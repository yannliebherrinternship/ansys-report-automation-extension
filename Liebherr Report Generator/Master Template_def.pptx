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2"/>
  </p:notesMasterIdLst>
  <p:sldSz cx="12192000" cy="6858000"/>
  <p:notesSz cx="6858000" cy="9144000"/>
  <p:embeddedFontLst>
    <p:embeddedFont>
      <p:font typeface="Liebherr Head Office" panose="020B0504030000000000" pitchFamily="34" charset="0"/>
      <p:regular r:id="rId3"/>
      <p:bold r:id="rId4"/>
    </p:embeddedFont>
    <p:embeddedFont>
      <p:font typeface="Liebherr Text Office" panose="020B0604030000000000" pitchFamily="34" charset="0"/>
      <p:regular r:id="rId5"/>
      <p:bold r:id="rId6"/>
      <p:italic r:id="rId7"/>
      <p:boldItalic r:id="rId8"/>
    </p:embeddedFont>
    <p:embeddedFont>
      <p:font typeface="Ligconsolata" pitchFamily="1" charset="0"/>
      <p:regular r:id="rId9"/>
      <p:bold r:id="rId10"/>
    </p:embeddedFont>
  </p:embeddedFontLst>
  <p:custDataLst>
    <p:tags r:id="rId11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C77B4C-3A31-C3C6-855E-DF01C8599F1D}" name="Maurer Alexander (LHO)" initials="AM" userId="S::Alexander.Maurer@liebherr.com::d86c2d6a-f37e-4f88-832c-c946626b8b60" providerId="AD"/>
  <p188:author id="{BAD6BD6C-8DF0-2198-DB88-D174157966DF}" name="Steinmayer Daniela (LHO)" initials="DS" userId="S::Daniela.Steinmayer@liebherr.com::7b934a14-b1f8-41c2-9961-897cec045b4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Style moyen 4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2025" autoAdjust="0"/>
  </p:normalViewPr>
  <p:slideViewPr>
    <p:cSldViewPr snapToGrid="0" showGuides="1">
      <p:cViewPr varScale="1">
        <p:scale>
          <a:sx n="118" d="100"/>
          <a:sy n="118" d="100"/>
        </p:scale>
        <p:origin x="13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13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presProps" Target="presProps.xml"/><Relationship Id="rId2" Type="http://schemas.openxmlformats.org/officeDocument/2006/relationships/notesMaster" Target="notesMasters/notesMaster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gs" Target="tags/tag1.xml"/><Relationship Id="rId5" Type="http://schemas.openxmlformats.org/officeDocument/2006/relationships/font" Target="fonts/font3.fntdata"/><Relationship Id="rId15" Type="http://schemas.openxmlformats.org/officeDocument/2006/relationships/tableStyles" Target="tableStyles.xml"/><Relationship Id="rId10" Type="http://schemas.openxmlformats.org/officeDocument/2006/relationships/font" Target="fonts/font8.fntdata"/><Relationship Id="rId4" Type="http://schemas.openxmlformats.org/officeDocument/2006/relationships/font" Target="fonts/font2.fntdata"/><Relationship Id="rId9" Type="http://schemas.openxmlformats.org/officeDocument/2006/relationships/font" Target="fonts/font7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Liebherr Text Office" panose="020B0604020202020204" charset="0"/>
              </a:defRPr>
            </a:lvl1pPr>
          </a:lstStyle>
          <a:p>
            <a:endParaRPr lang="de-D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Liebherr Text Office" panose="020B0604020202020204" charset="0"/>
              </a:defRPr>
            </a:lvl1pPr>
          </a:lstStyle>
          <a:p>
            <a:fld id="{49DA2FB3-D1C9-4F70-B4BE-A404DBF78617}" type="datetimeFigureOut">
              <a:rPr lang="de-DE"/>
              <a:pPr/>
              <a:t>14.08.2026</a:t>
            </a:fld>
            <a:endParaRPr lang="de-D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de-D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Liebherr Text Office" panose="020B0604020202020204" charset="0"/>
              </a:defRPr>
            </a:lvl1pPr>
          </a:lstStyle>
          <a:p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Liebherr Text Office" panose="020B0604020202020204" charset="0"/>
              </a:defRPr>
            </a:lvl1pPr>
          </a:lstStyle>
          <a:p>
            <a:fld id="{CF9A672D-128B-4E3B-ADD2-7B3438EBA0CE}" type="slidenum">
              <a:rPr lang="de-DE"/>
              <a:pPr/>
              <a:t>‹N°›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116613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Liebherr Text Office" panose="020B060402020202020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Liebherr Text Office" panose="020B060402020202020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Liebherr Text Office" panose="020B060402020202020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Liebherr Text Office" panose="020B060402020202020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Liebherr Text Office" panose="020B060402020202020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image" Target="../media/image1.sv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.sv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Left | Without Descrip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2 lines">
            <a:extLst>
              <a:ext uri="{FF2B5EF4-FFF2-40B4-BE49-F238E27FC236}">
                <a16:creationId xmlns:a16="http://schemas.microsoft.com/office/drawing/2014/main" id="{D1E3A4FC-93E6-4F95-B61D-7F252607F2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5" y="548688"/>
            <a:ext cx="3204000" cy="72000"/>
          </a:xfrm>
          <a:solidFill>
            <a:schemeClr val="tx1"/>
          </a:solidFill>
        </p:spPr>
        <p:txBody>
          <a:bodyPr tIns="162000"/>
          <a:lstStyle>
            <a:lvl1pPr>
              <a:lnSpc>
                <a:spcPct val="90000"/>
              </a:lnSpc>
              <a:defRPr sz="4200" spc="0" baseline="0"/>
            </a:lvl1pPr>
          </a:lstStyle>
          <a:p>
            <a:pPr lvl="0"/>
            <a:r>
              <a:rPr lang="en-GB" dirty="0"/>
              <a:t>Title slide with no descriptor</a:t>
            </a:r>
          </a:p>
        </p:txBody>
      </p:sp>
      <p:sp>
        <p:nvSpPr>
          <p:cNvPr id="16" name="White shape">
            <a:extLst>
              <a:ext uri="{FF2B5EF4-FFF2-40B4-BE49-F238E27FC236}">
                <a16:creationId xmlns:a16="http://schemas.microsoft.com/office/drawing/2014/main" id="{C825EDB6-66B2-45B4-9ADA-C4B6CA4B7F75}"/>
              </a:ext>
            </a:extLst>
          </p:cNvPr>
          <p:cNvSpPr/>
          <p:nvPr/>
        </p:nvSpPr>
        <p:spPr bwMode="gray">
          <a:xfrm>
            <a:off x="10272464" y="6092825"/>
            <a:ext cx="1919536" cy="76517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20" name="Logo">
            <a:extLst>
              <a:ext uri="{FF2B5EF4-FFF2-40B4-BE49-F238E27FC236}">
                <a16:creationId xmlns:a16="http://schemas.microsoft.com/office/drawing/2014/main" id="{87C183A4-B489-4003-BE7D-87C657B5D0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gray">
          <a:xfrm>
            <a:off x="551384" y="5967320"/>
            <a:ext cx="2757844" cy="342000"/>
          </a:xfrm>
          <a:prstGeom prst="rect">
            <a:avLst/>
          </a:prstGeom>
        </p:spPr>
      </p:pic>
      <p:grpSp>
        <p:nvGrpSpPr>
          <p:cNvPr id="7" name="Explanations">
            <a:extLst>
              <a:ext uri="{FF2B5EF4-FFF2-40B4-BE49-F238E27FC236}">
                <a16:creationId xmlns:a16="http://schemas.microsoft.com/office/drawing/2014/main" id="{76F10649-54B1-C544-CF41-FA2829CE7CA7}"/>
              </a:ext>
            </a:extLst>
          </p:cNvPr>
          <p:cNvGrpSpPr/>
          <p:nvPr userDrawn="1"/>
        </p:nvGrpSpPr>
        <p:grpSpPr>
          <a:xfrm>
            <a:off x="-1932688" y="1016732"/>
            <a:ext cx="1836000" cy="2340260"/>
            <a:chOff x="-1932688" y="1016732"/>
            <a:chExt cx="1836000" cy="2340260"/>
          </a:xfrm>
        </p:grpSpPr>
        <p:cxnSp>
          <p:nvCxnSpPr>
            <p:cNvPr id="30" name="Gerader Verbinder 29">
              <a:extLst>
                <a:ext uri="{FF2B5EF4-FFF2-40B4-BE49-F238E27FC236}">
                  <a16:creationId xmlns:a16="http://schemas.microsoft.com/office/drawing/2014/main" id="{C556EB98-34C0-4C77-B059-0012A5049E3E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932688" y="3068992"/>
              <a:ext cx="1800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Rechteck 41">
              <a:extLst>
                <a:ext uri="{FF2B5EF4-FFF2-40B4-BE49-F238E27FC236}">
                  <a16:creationId xmlns:a16="http://schemas.microsoft.com/office/drawing/2014/main" id="{5D58A984-7945-4DBB-B4FB-1A9A5695E13D}"/>
                </a:ext>
              </a:extLst>
            </p:cNvPr>
            <p:cNvSpPr/>
            <p:nvPr/>
          </p:nvSpPr>
          <p:spPr bwMode="gray">
            <a:xfrm>
              <a:off x="-1932688" y="3068992"/>
              <a:ext cx="1512169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l"/>
              <a:r>
                <a:rPr lang="en-GB" sz="1200" b="0" dirty="0">
                  <a:solidFill>
                    <a:schemeClr val="tx1"/>
                  </a:solidFill>
                </a:rPr>
                <a:t>Four-line title (1.00)</a:t>
              </a:r>
            </a:p>
          </p:txBody>
        </p:sp>
        <p:cxnSp>
          <p:nvCxnSpPr>
            <p:cNvPr id="45" name="Gerader Verbinder 12">
              <a:extLst>
                <a:ext uri="{FF2B5EF4-FFF2-40B4-BE49-F238E27FC236}">
                  <a16:creationId xmlns:a16="http://schemas.microsoft.com/office/drawing/2014/main" id="{F0519844-BBB1-4AE8-93F8-E4289065B35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932688" y="2492928"/>
              <a:ext cx="1800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hteck 19">
              <a:extLst>
                <a:ext uri="{FF2B5EF4-FFF2-40B4-BE49-F238E27FC236}">
                  <a16:creationId xmlns:a16="http://schemas.microsoft.com/office/drawing/2014/main" id="{D5F8EA94-1ADB-40C7-A151-1FEFFBDBEC0E}"/>
                </a:ext>
              </a:extLst>
            </p:cNvPr>
            <p:cNvSpPr/>
            <p:nvPr/>
          </p:nvSpPr>
          <p:spPr bwMode="gray">
            <a:xfrm>
              <a:off x="-1932688" y="2492928"/>
              <a:ext cx="1512169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l"/>
              <a:r>
                <a:rPr lang="en-GB" sz="1200" b="0" dirty="0">
                  <a:solidFill>
                    <a:schemeClr val="tx1"/>
                  </a:solidFill>
                </a:rPr>
                <a:t>Three-line title (2.60)</a:t>
              </a:r>
            </a:p>
          </p:txBody>
        </p:sp>
        <p:cxnSp>
          <p:nvCxnSpPr>
            <p:cNvPr id="47" name="Gerader Verbinder 14">
              <a:extLst>
                <a:ext uri="{FF2B5EF4-FFF2-40B4-BE49-F238E27FC236}">
                  <a16:creationId xmlns:a16="http://schemas.microsoft.com/office/drawing/2014/main" id="{317A42EB-679F-4EF9-9374-F492B43A57A0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932688" y="1916864"/>
              <a:ext cx="1800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hteck 18">
              <a:extLst>
                <a:ext uri="{FF2B5EF4-FFF2-40B4-BE49-F238E27FC236}">
                  <a16:creationId xmlns:a16="http://schemas.microsoft.com/office/drawing/2014/main" id="{0C37F9FF-2FC3-436D-B06A-D5E865A25271}"/>
                </a:ext>
              </a:extLst>
            </p:cNvPr>
            <p:cNvSpPr/>
            <p:nvPr/>
          </p:nvSpPr>
          <p:spPr bwMode="gray">
            <a:xfrm>
              <a:off x="-1932688" y="1916864"/>
              <a:ext cx="1512169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l"/>
              <a:r>
                <a:rPr lang="en-GB" sz="1200" b="0" dirty="0">
                  <a:solidFill>
                    <a:schemeClr val="tx1"/>
                  </a:solidFill>
                </a:rPr>
                <a:t>Two-line title (4.20)</a:t>
              </a:r>
            </a:p>
          </p:txBody>
        </p:sp>
        <p:cxnSp>
          <p:nvCxnSpPr>
            <p:cNvPr id="49" name="Gerader Verbinder 48">
              <a:extLst>
                <a:ext uri="{FF2B5EF4-FFF2-40B4-BE49-F238E27FC236}">
                  <a16:creationId xmlns:a16="http://schemas.microsoft.com/office/drawing/2014/main" id="{A8B42A78-E8F3-45EF-A357-474B924AC472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-1932688" y="1340800"/>
              <a:ext cx="183600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Rechteck 49">
              <a:extLst>
                <a:ext uri="{FF2B5EF4-FFF2-40B4-BE49-F238E27FC236}">
                  <a16:creationId xmlns:a16="http://schemas.microsoft.com/office/drawing/2014/main" id="{5646B120-5E77-4B0D-84BC-8123D8039A78}"/>
                </a:ext>
              </a:extLst>
            </p:cNvPr>
            <p:cNvSpPr/>
            <p:nvPr/>
          </p:nvSpPr>
          <p:spPr bwMode="gray">
            <a:xfrm>
              <a:off x="-1932688" y="1340800"/>
              <a:ext cx="1512169" cy="288000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t"/>
            <a:lstStyle/>
            <a:p>
              <a:pPr algn="l"/>
              <a:r>
                <a:rPr lang="en-GB" sz="1200" b="0" dirty="0">
                  <a:solidFill>
                    <a:schemeClr val="tx1"/>
                  </a:solidFill>
                </a:rPr>
                <a:t>Single-line title (5.80)</a:t>
              </a:r>
            </a:p>
          </p:txBody>
        </p:sp>
        <p:sp>
          <p:nvSpPr>
            <p:cNvPr id="51" name="Rechteck 50">
              <a:extLst>
                <a:ext uri="{FF2B5EF4-FFF2-40B4-BE49-F238E27FC236}">
                  <a16:creationId xmlns:a16="http://schemas.microsoft.com/office/drawing/2014/main" id="{BEE31B1A-3866-4A44-B2FB-58BA8FCE7B01}"/>
                </a:ext>
              </a:extLst>
            </p:cNvPr>
            <p:cNvSpPr/>
            <p:nvPr/>
          </p:nvSpPr>
          <p:spPr bwMode="gray">
            <a:xfrm>
              <a:off x="-1932688" y="1016732"/>
              <a:ext cx="1836000" cy="216024"/>
            </a:xfrm>
            <a:prstGeom prst="rect">
              <a:avLst/>
            </a:prstGeom>
            <a:noFill/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t"/>
            <a:lstStyle/>
            <a:p>
              <a:pPr algn="l"/>
              <a:r>
                <a:rPr lang="en-GB" sz="1200" b="0" dirty="0">
                  <a:solidFill>
                    <a:schemeClr val="tx1"/>
                  </a:solidFill>
                  <a:latin typeface="+mj-lt"/>
                </a:rPr>
                <a:t>Position of the lower bar: </a:t>
              </a:r>
            </a:p>
          </p:txBody>
        </p:sp>
      </p:grpSp>
      <p:sp>
        <p:nvSpPr>
          <p:cNvPr id="2" name="Date">
            <a:extLst>
              <a:ext uri="{FF2B5EF4-FFF2-40B4-BE49-F238E27FC236}">
                <a16:creationId xmlns:a16="http://schemas.microsoft.com/office/drawing/2014/main" id="{B51DC3C5-D8F8-8D8A-C55F-99D27F42C8C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-35925" y="6848375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5E61202-C7C7-4FFD-B9BC-D9844088C15D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3" name="Footer">
            <a:extLst>
              <a:ext uri="{FF2B5EF4-FFF2-40B4-BE49-F238E27FC236}">
                <a16:creationId xmlns:a16="http://schemas.microsoft.com/office/drawing/2014/main" id="{9107D6C2-B467-BB46-DCD4-680CB0B5A4D2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209095" y="6848375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0F33C8FF-E5FE-343D-EF31-429213CC7A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-93028" y="6848375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sp>
        <p:nvSpPr>
          <p:cNvPr id="35" name="MIO_CONVERT_SLIDES_SUBTITLE">
            <a:extLst>
              <a:ext uri="{FF2B5EF4-FFF2-40B4-BE49-F238E27FC236}">
                <a16:creationId xmlns:a16="http://schemas.microsoft.com/office/drawing/2014/main" id="{F2E55217-AB26-4BDF-B41C-61BDE2D072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gray">
          <a:xfrm>
            <a:off x="551385" y="1916864"/>
            <a:ext cx="3204000" cy="72000"/>
          </a:xfrm>
          <a:solidFill>
            <a:schemeClr val="tx1"/>
          </a:solidFill>
        </p:spPr>
        <p:txBody>
          <a:bodyPr tIns="306000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1"/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00" b="0"/>
            </a:lvl9pPr>
          </a:lstStyle>
          <a:p>
            <a:pPr lvl="0"/>
            <a:r>
              <a:rPr lang="en-GB" dirty="0"/>
              <a:t>Subtitle of presentation</a:t>
            </a:r>
          </a:p>
          <a:p>
            <a:pPr lvl="1"/>
            <a:r>
              <a:rPr lang="en-GB" dirty="0"/>
              <a:t>Location, Date</a:t>
            </a:r>
          </a:p>
          <a:p>
            <a:pPr lvl="2"/>
            <a:r>
              <a:rPr lang="en-GB" dirty="0"/>
              <a:t>List Level 3</a:t>
            </a:r>
          </a:p>
          <a:p>
            <a:pPr lvl="3"/>
            <a:r>
              <a:rPr lang="en-GB" dirty="0"/>
              <a:t>List Level 4</a:t>
            </a:r>
          </a:p>
          <a:p>
            <a:pPr lvl="4"/>
            <a:r>
              <a:rPr lang="en-GB" dirty="0"/>
              <a:t>List Level 5</a:t>
            </a:r>
          </a:p>
          <a:p>
            <a:pPr lvl="5"/>
            <a:r>
              <a:rPr lang="en-GB" dirty="0"/>
              <a:t>List Level 6</a:t>
            </a:r>
          </a:p>
          <a:p>
            <a:pPr lvl="6"/>
            <a:r>
              <a:rPr lang="en-GB" dirty="0"/>
              <a:t>List Level 7</a:t>
            </a:r>
          </a:p>
          <a:p>
            <a:pPr lvl="7"/>
            <a:r>
              <a:rPr lang="en-GB" dirty="0"/>
              <a:t>List Level 8</a:t>
            </a:r>
          </a:p>
          <a:p>
            <a:pPr lvl="8"/>
            <a:r>
              <a:rPr lang="en-GB" dirty="0"/>
              <a:t>List Level 9</a:t>
            </a:r>
          </a:p>
        </p:txBody>
      </p:sp>
      <p:sp>
        <p:nvSpPr>
          <p:cNvPr id="5" name="MIO_AGENDA_IGNORE_CHAPTER_REFERENCE" hidden="1">
            <a:extLst>
              <a:ext uri="{FF2B5EF4-FFF2-40B4-BE49-F238E27FC236}">
                <a16:creationId xmlns:a16="http://schemas.microsoft.com/office/drawing/2014/main" id="{D5018E2E-339C-F21A-3752-670BB2799F32}"/>
              </a:ext>
            </a:extLst>
          </p:cNvPr>
          <p:cNvSpPr/>
          <p:nvPr userDrawn="1"/>
        </p:nvSpPr>
        <p:spPr bwMode="gray">
          <a:xfrm>
            <a:off x="11858324" y="0"/>
            <a:ext cx="269507" cy="269507"/>
          </a:xfrm>
          <a:prstGeom prst="noSmoking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6" name="MIO_AGENDA_IGNORE_NAVIGATION" hidden="1">
            <a:extLst>
              <a:ext uri="{FF2B5EF4-FFF2-40B4-BE49-F238E27FC236}">
                <a16:creationId xmlns:a16="http://schemas.microsoft.com/office/drawing/2014/main" id="{3B5F1A0D-8723-0C34-7FB7-90AA824EB5B0}"/>
              </a:ext>
            </a:extLst>
          </p:cNvPr>
          <p:cNvSpPr/>
          <p:nvPr userDrawn="1"/>
        </p:nvSpPr>
        <p:spPr bwMode="gray">
          <a:xfrm>
            <a:off x="11521440" y="0"/>
            <a:ext cx="259882" cy="259882"/>
          </a:xfrm>
          <a:prstGeom prst="noSmoking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180844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7378">
          <p15:clr>
            <a:srgbClr val="FBAE40"/>
          </p15:clr>
        </p15:guide>
        <p15:guide id="2" pos="347">
          <p15:clr>
            <a:srgbClr val="FBAE40"/>
          </p15:clr>
        </p15:guide>
        <p15:guide id="3" orient="horz" pos="3521">
          <p15:clr>
            <a:srgbClr val="FBAE40"/>
          </p15:clr>
        </p15:guide>
        <p15:guide id="4" orient="horz" pos="346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Divider | Yellow | 1 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Yellow Background">
            <a:extLst>
              <a:ext uri="{FF2B5EF4-FFF2-40B4-BE49-F238E27FC236}">
                <a16:creationId xmlns:a16="http://schemas.microsoft.com/office/drawing/2014/main" id="{FC03B6D6-3095-47EF-95ED-D834C7603231}"/>
              </a:ext>
            </a:extLst>
          </p:cNvPr>
          <p:cNvSpPr/>
          <p:nvPr/>
        </p:nvSpPr>
        <p:spPr bwMode="gray">
          <a:xfrm>
            <a:off x="0" y="0"/>
            <a:ext cx="12191995" cy="6858000"/>
          </a:xfrm>
          <a:prstGeom prst="rect">
            <a:avLst/>
          </a:prstGeom>
          <a:solidFill>
            <a:schemeClr val="bg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00" dirty="0">
              <a:solidFill>
                <a:schemeClr val="tx1"/>
              </a:solidFill>
            </a:endParaRP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96CAC2A5-65A4-4037-9DEE-1932C431F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 bwMode="gray">
          <a:xfrm>
            <a:off x="10550803" y="6525000"/>
            <a:ext cx="1161197" cy="144000"/>
          </a:xfrm>
          <a:prstGeom prst="rect">
            <a:avLst/>
          </a:prstGeom>
        </p:spPr>
      </p:pic>
      <p:sp>
        <p:nvSpPr>
          <p:cNvPr id="7" name="Title 1 line">
            <a:extLst>
              <a:ext uri="{FF2B5EF4-FFF2-40B4-BE49-F238E27FC236}">
                <a16:creationId xmlns:a16="http://schemas.microsoft.com/office/drawing/2014/main" id="{0CA342B5-510C-77AA-376D-8B4C69F608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51384" y="476672"/>
            <a:ext cx="5256000" cy="1188132"/>
          </a:xfrm>
          <a:noFill/>
          <a:ln>
            <a:noFill/>
          </a:ln>
        </p:spPr>
        <p:txBody>
          <a:bodyPr wrap="none" tIns="0" bIns="0" anchor="t" anchorCtr="0"/>
          <a:lstStyle>
            <a:lvl1pPr>
              <a:lnSpc>
                <a:spcPct val="90000"/>
              </a:lnSpc>
              <a:defRPr sz="4000" spc="0" baseline="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00</a:t>
            </a:r>
            <a:br>
              <a:rPr lang="en-GB" dirty="0"/>
            </a:br>
            <a:r>
              <a:rPr lang="en-GB" dirty="0"/>
              <a:t>Name of chapter</a:t>
            </a:r>
          </a:p>
        </p:txBody>
      </p:sp>
      <p:sp>
        <p:nvSpPr>
          <p:cNvPr id="9" name="Underline">
            <a:extLst>
              <a:ext uri="{FF2B5EF4-FFF2-40B4-BE49-F238E27FC236}">
                <a16:creationId xmlns:a16="http://schemas.microsoft.com/office/drawing/2014/main" id="{C917370A-20BC-1759-71A9-404CB559B9C7}"/>
              </a:ext>
            </a:extLst>
          </p:cNvPr>
          <p:cNvSpPr/>
          <p:nvPr userDrawn="1"/>
        </p:nvSpPr>
        <p:spPr bwMode="gray">
          <a:xfrm>
            <a:off x="550863" y="1664804"/>
            <a:ext cx="720000" cy="72000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Liebherr Text Office" panose="020B0604030000000000" pitchFamily="34" charset="0"/>
                <a:ea typeface="+mn-ea"/>
                <a:cs typeface="+mn-cs"/>
              </a:rPr>
              <a:t> </a:t>
            </a:r>
          </a:p>
        </p:txBody>
      </p:sp>
      <p:sp>
        <p:nvSpPr>
          <p:cNvPr id="2" name="Date">
            <a:extLst>
              <a:ext uri="{FF2B5EF4-FFF2-40B4-BE49-F238E27FC236}">
                <a16:creationId xmlns:a16="http://schemas.microsoft.com/office/drawing/2014/main" id="{F9EF6E73-B805-EB51-03BF-8EB410384781}"/>
              </a:ext>
            </a:extLst>
          </p:cNvPr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>
          <a:xfrm>
            <a:off x="-35926" y="6858000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D68F97D2-A10D-4AFC-A07B-C541FD916C6D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4" name="Footer">
            <a:extLst>
              <a:ext uri="{FF2B5EF4-FFF2-40B4-BE49-F238E27FC236}">
                <a16:creationId xmlns:a16="http://schemas.microsoft.com/office/drawing/2014/main" id="{2527900C-0258-B4D2-D137-EE00D3051EBD}"/>
              </a:ext>
            </a:extLst>
          </p:cNvPr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>
          <a:xfrm>
            <a:off x="12220875" y="6858000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28F74D2-8935-5D91-381B-0948CC0AF51E}"/>
              </a:ext>
            </a:extLst>
          </p:cNvPr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>
          <a:xfrm>
            <a:off x="-83404" y="6858000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sp>
        <p:nvSpPr>
          <p:cNvPr id="6" name="MIO_AGENDA_IGNORE_CHAPTER_REFERENCE" hidden="1">
            <a:extLst>
              <a:ext uri="{FF2B5EF4-FFF2-40B4-BE49-F238E27FC236}">
                <a16:creationId xmlns:a16="http://schemas.microsoft.com/office/drawing/2014/main" id="{0057577C-0EA8-BD24-2756-BA99F19C6CA3}"/>
              </a:ext>
            </a:extLst>
          </p:cNvPr>
          <p:cNvSpPr/>
          <p:nvPr userDrawn="1"/>
        </p:nvSpPr>
        <p:spPr bwMode="gray">
          <a:xfrm>
            <a:off x="11858324" y="0"/>
            <a:ext cx="269507" cy="269507"/>
          </a:xfrm>
          <a:prstGeom prst="noSmoking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0" name="MIO_AGENDA_IGNORE_NAVIGATION" hidden="1">
            <a:extLst>
              <a:ext uri="{FF2B5EF4-FFF2-40B4-BE49-F238E27FC236}">
                <a16:creationId xmlns:a16="http://schemas.microsoft.com/office/drawing/2014/main" id="{7A17DED2-6A3E-E6C8-3B1E-2609A0D6B1F8}"/>
              </a:ext>
            </a:extLst>
          </p:cNvPr>
          <p:cNvSpPr/>
          <p:nvPr userDrawn="1"/>
        </p:nvSpPr>
        <p:spPr bwMode="gray">
          <a:xfrm>
            <a:off x="11521440" y="0"/>
            <a:ext cx="259882" cy="259882"/>
          </a:xfrm>
          <a:prstGeom prst="noSmoking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11" name="MIO_Placeholder_Mapping" hidden="1">
            <a:extLst>
              <a:ext uri="{FF2B5EF4-FFF2-40B4-BE49-F238E27FC236}">
                <a16:creationId xmlns:a16="http://schemas.microsoft.com/office/drawing/2014/main" id="{8D680A53-F533-0C14-7331-76799D75D884}"/>
              </a:ext>
            </a:extLst>
          </p:cNvPr>
          <p:cNvSpPr/>
          <p:nvPr userDrawn="1">
            <p:custDataLst>
              <p:tags r:id="rId4"/>
            </p:custDataLst>
          </p:nvPr>
        </p:nvSpPr>
        <p:spPr bwMode="gray"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522821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347">
          <p15:clr>
            <a:srgbClr val="000000"/>
          </p15:clr>
        </p15:guide>
        <p15:guide id="3" orient="horz" pos="346">
          <p15:clr>
            <a:srgbClr val="000000"/>
          </p15:clr>
        </p15:guide>
        <p15:guide id="4" orient="horz" pos="3838">
          <p15:clr>
            <a:srgbClr val="000000"/>
          </p15:clr>
        </p15:guide>
        <p15:guide id="5" pos="3659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ubl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E8C3F81-3DA9-417F-B383-C39461A27DA9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fld id="{AAD41C0E-AEB0-4F01-93F8-5C0FACE66E1F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8BB0AB1D-1530-429B-BDA2-F7D4DEFC4E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7B58617-66A6-4B52-A0EF-C41431BC2C1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490F4BE-C61C-CE69-F4B4-4A9479457F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811083022"/>
              </p:ext>
            </p:extLst>
          </p:nvPr>
        </p:nvGraphicFramePr>
        <p:xfrm>
          <a:off x="550862" y="1435769"/>
          <a:ext cx="7783014" cy="394635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907">
                  <a:extLst>
                    <a:ext uri="{9D8B030D-6E8A-4147-A177-3AD203B41FA5}">
                      <a16:colId xmlns:a16="http://schemas.microsoft.com/office/drawing/2014/main" val="2058987370"/>
                    </a:ext>
                  </a:extLst>
                </a:gridCol>
                <a:gridCol w="3449054">
                  <a:extLst>
                    <a:ext uri="{9D8B030D-6E8A-4147-A177-3AD203B41FA5}">
                      <a16:colId xmlns:a16="http://schemas.microsoft.com/office/drawing/2014/main" val="3162571181"/>
                    </a:ext>
                  </a:extLst>
                </a:gridCol>
                <a:gridCol w="3449053">
                  <a:extLst>
                    <a:ext uri="{9D8B030D-6E8A-4147-A177-3AD203B41FA5}">
                      <a16:colId xmlns:a16="http://schemas.microsoft.com/office/drawing/2014/main" val="3160572062"/>
                    </a:ext>
                  </a:extLst>
                </a:gridCol>
              </a:tblGrid>
              <a:tr h="489608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6723"/>
                  </a:ext>
                </a:extLst>
              </a:tr>
              <a:tr h="3456749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99059"/>
                  </a:ext>
                </a:extLst>
              </a:tr>
            </a:tbl>
          </a:graphicData>
        </a:graphic>
      </p:graphicFrame>
      <p:sp>
        <p:nvSpPr>
          <p:cNvPr id="14" name="Content left">
            <a:extLst>
              <a:ext uri="{FF2B5EF4-FFF2-40B4-BE49-F238E27FC236}">
                <a16:creationId xmlns:a16="http://schemas.microsoft.com/office/drawing/2014/main" id="{06118976-FF65-67E9-F881-AA59666E0D3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 bwMode="gray">
          <a:xfrm>
            <a:off x="1525418" y="2039559"/>
            <a:ext cx="3241677" cy="32386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5" name="Content left">
            <a:extLst>
              <a:ext uri="{FF2B5EF4-FFF2-40B4-BE49-F238E27FC236}">
                <a16:creationId xmlns:a16="http://schemas.microsoft.com/office/drawing/2014/main" id="{BEBDFC90-58E0-0140-7B63-D3842149117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5002543" y="2062433"/>
            <a:ext cx="3241677" cy="32386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F51A0E31-3B2C-C682-FB59-0133540D9F0A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 bwMode="gray">
          <a:xfrm>
            <a:off x="1525419" y="1475874"/>
            <a:ext cx="3241677" cy="36562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3" name="Content left">
            <a:extLst>
              <a:ext uri="{FF2B5EF4-FFF2-40B4-BE49-F238E27FC236}">
                <a16:creationId xmlns:a16="http://schemas.microsoft.com/office/drawing/2014/main" id="{2DE72332-FFD9-1015-454C-AE1A91EEA423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5002544" y="1483967"/>
            <a:ext cx="3241677" cy="36562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6" name="Content left">
            <a:extLst>
              <a:ext uri="{FF2B5EF4-FFF2-40B4-BE49-F238E27FC236}">
                <a16:creationId xmlns:a16="http://schemas.microsoft.com/office/drawing/2014/main" id="{A091B12D-36A3-D8C6-52CE-C30216F955F7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 bwMode="gray">
          <a:xfrm>
            <a:off x="687298" y="1475874"/>
            <a:ext cx="594107" cy="3656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7" name="Content left">
            <a:extLst>
              <a:ext uri="{FF2B5EF4-FFF2-40B4-BE49-F238E27FC236}">
                <a16:creationId xmlns:a16="http://schemas.microsoft.com/office/drawing/2014/main" id="{C9CCA7DD-6522-3C0C-1F49-A5A503F122FB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687298" y="1976579"/>
            <a:ext cx="594107" cy="3303153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4" name="Content left">
            <a:extLst>
              <a:ext uri="{FF2B5EF4-FFF2-40B4-BE49-F238E27FC236}">
                <a16:creationId xmlns:a16="http://schemas.microsoft.com/office/drawing/2014/main" id="{930F7991-6BE0-B34E-C4E4-C68386401F0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 bwMode="gray">
          <a:xfrm>
            <a:off x="8496428" y="1435768"/>
            <a:ext cx="3216148" cy="3946357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GB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293202444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4">
          <p15:clr>
            <a:srgbClr val="FBAE40"/>
          </p15:clr>
        </p15:guide>
        <p15:guide id="2" pos="2842">
          <p15:clr>
            <a:srgbClr val="FBAE40"/>
          </p15:clr>
        </p15:guide>
        <p15:guide id="4" pos="4883">
          <p15:clr>
            <a:srgbClr val="FBAE40"/>
          </p15:clr>
        </p15:guide>
        <p15:guide id="5" pos="5292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iple 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E8C3F81-3DA9-417F-B383-C39461A27DA9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fld id="{AAD41C0E-AEB0-4F01-93F8-5C0FACE66E1F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8BB0AB1D-1530-429B-BDA2-F7D4DEFC4E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7B58617-66A6-4B52-A0EF-C41431BC2C1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490F4BE-C61C-CE69-F4B4-4A9479457F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62951921"/>
              </p:ext>
            </p:extLst>
          </p:nvPr>
        </p:nvGraphicFramePr>
        <p:xfrm>
          <a:off x="550862" y="1435770"/>
          <a:ext cx="11161711" cy="39383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84907">
                  <a:extLst>
                    <a:ext uri="{9D8B030D-6E8A-4147-A177-3AD203B41FA5}">
                      <a16:colId xmlns:a16="http://schemas.microsoft.com/office/drawing/2014/main" val="2058987370"/>
                    </a:ext>
                  </a:extLst>
                </a:gridCol>
                <a:gridCol w="3449054">
                  <a:extLst>
                    <a:ext uri="{9D8B030D-6E8A-4147-A177-3AD203B41FA5}">
                      <a16:colId xmlns:a16="http://schemas.microsoft.com/office/drawing/2014/main" val="3162571181"/>
                    </a:ext>
                  </a:extLst>
                </a:gridCol>
                <a:gridCol w="3449053">
                  <a:extLst>
                    <a:ext uri="{9D8B030D-6E8A-4147-A177-3AD203B41FA5}">
                      <a16:colId xmlns:a16="http://schemas.microsoft.com/office/drawing/2014/main" val="3160572062"/>
                    </a:ext>
                  </a:extLst>
                </a:gridCol>
                <a:gridCol w="3378697">
                  <a:extLst>
                    <a:ext uri="{9D8B030D-6E8A-4147-A177-3AD203B41FA5}">
                      <a16:colId xmlns:a16="http://schemas.microsoft.com/office/drawing/2014/main" val="3856880941"/>
                    </a:ext>
                  </a:extLst>
                </a:gridCol>
              </a:tblGrid>
              <a:tr h="488613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6723"/>
                  </a:ext>
                </a:extLst>
              </a:tr>
              <a:tr h="344972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99059"/>
                  </a:ext>
                </a:extLst>
              </a:tr>
            </a:tbl>
          </a:graphicData>
        </a:graphic>
      </p:graphicFrame>
      <p:sp>
        <p:nvSpPr>
          <p:cNvPr id="11" name="Content left">
            <a:extLst>
              <a:ext uri="{FF2B5EF4-FFF2-40B4-BE49-F238E27FC236}">
                <a16:creationId xmlns:a16="http://schemas.microsoft.com/office/drawing/2014/main" id="{5871205F-4010-850A-DC6C-BC4F3F3DF957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 bwMode="gray">
          <a:xfrm>
            <a:off x="1525419" y="2041109"/>
            <a:ext cx="3241677" cy="32386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4" name="Content left">
            <a:extLst>
              <a:ext uri="{FF2B5EF4-FFF2-40B4-BE49-F238E27FC236}">
                <a16:creationId xmlns:a16="http://schemas.microsoft.com/office/drawing/2014/main" id="{06118976-FF65-67E9-F881-AA59666E0D31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 bwMode="gray">
          <a:xfrm>
            <a:off x="4962440" y="2041109"/>
            <a:ext cx="3241677" cy="32386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5" name="Content left">
            <a:extLst>
              <a:ext uri="{FF2B5EF4-FFF2-40B4-BE49-F238E27FC236}">
                <a16:creationId xmlns:a16="http://schemas.microsoft.com/office/drawing/2014/main" id="{BEBDFC90-58E0-0140-7B63-D3842149117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8399461" y="2052891"/>
            <a:ext cx="3241677" cy="323862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3" name="Content left">
            <a:extLst>
              <a:ext uri="{FF2B5EF4-FFF2-40B4-BE49-F238E27FC236}">
                <a16:creationId xmlns:a16="http://schemas.microsoft.com/office/drawing/2014/main" id="{45E50314-893F-7770-F504-A5434BCA3FEC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 bwMode="gray">
          <a:xfrm>
            <a:off x="1525419" y="1475874"/>
            <a:ext cx="3241677" cy="36562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6" name="Content left">
            <a:extLst>
              <a:ext uri="{FF2B5EF4-FFF2-40B4-BE49-F238E27FC236}">
                <a16:creationId xmlns:a16="http://schemas.microsoft.com/office/drawing/2014/main" id="{B9D7FDF0-1EA3-8C6E-BF09-ABDD9A614F1C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5002544" y="1483967"/>
            <a:ext cx="3241677" cy="36562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7" name="Content left">
            <a:extLst>
              <a:ext uri="{FF2B5EF4-FFF2-40B4-BE49-F238E27FC236}">
                <a16:creationId xmlns:a16="http://schemas.microsoft.com/office/drawing/2014/main" id="{AFE8774C-6CE8-D9BD-8D25-7955C85CCD7B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 bwMode="gray">
          <a:xfrm>
            <a:off x="687298" y="1475874"/>
            <a:ext cx="594107" cy="36562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8" name="Content left">
            <a:extLst>
              <a:ext uri="{FF2B5EF4-FFF2-40B4-BE49-F238E27FC236}">
                <a16:creationId xmlns:a16="http://schemas.microsoft.com/office/drawing/2014/main" id="{64B15629-B380-C7F0-E7A7-C0D008885517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687298" y="1976579"/>
            <a:ext cx="594107" cy="3303153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0" name="Content left">
            <a:extLst>
              <a:ext uri="{FF2B5EF4-FFF2-40B4-BE49-F238E27FC236}">
                <a16:creationId xmlns:a16="http://schemas.microsoft.com/office/drawing/2014/main" id="{9DBD4499-C007-9C2F-EE3B-CADDF53C7C1E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 bwMode="gray">
          <a:xfrm>
            <a:off x="8399461" y="1483967"/>
            <a:ext cx="3241677" cy="36562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4" name="Content left">
            <a:extLst>
              <a:ext uri="{FF2B5EF4-FFF2-40B4-BE49-F238E27FC236}">
                <a16:creationId xmlns:a16="http://schemas.microsoft.com/office/drawing/2014/main" id="{AC86AA3F-B9DE-D732-6241-0D52709DFD03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 bwMode="gray">
          <a:xfrm>
            <a:off x="550862" y="5509185"/>
            <a:ext cx="11161711" cy="728079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GB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19954023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4">
          <p15:clr>
            <a:srgbClr val="FBAE40"/>
          </p15:clr>
        </p15:guide>
        <p15:guide id="2" pos="2842">
          <p15:clr>
            <a:srgbClr val="FBAE40"/>
          </p15:clr>
        </p15:guide>
        <p15:guide id="4" pos="4883">
          <p15:clr>
            <a:srgbClr val="FBAE40"/>
          </p15:clr>
        </p15:guide>
        <p15:guide id="5" pos="5292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upl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E8C3F81-3DA9-417F-B383-C39461A27DA9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fld id="{AAD41C0E-AEB0-4F01-93F8-5C0FACE66E1F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8BB0AB1D-1530-429B-BDA2-F7D4DEFC4E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7B58617-66A6-4B52-A0EF-C41431BC2C1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490F4BE-C61C-CE69-F4B4-4A9479457F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92204241"/>
              </p:ext>
            </p:extLst>
          </p:nvPr>
        </p:nvGraphicFramePr>
        <p:xfrm>
          <a:off x="550861" y="1435770"/>
          <a:ext cx="11161712" cy="31602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9285">
                  <a:extLst>
                    <a:ext uri="{9D8B030D-6E8A-4147-A177-3AD203B41FA5}">
                      <a16:colId xmlns:a16="http://schemas.microsoft.com/office/drawing/2014/main" val="2058987370"/>
                    </a:ext>
                  </a:extLst>
                </a:gridCol>
                <a:gridCol w="2647611">
                  <a:extLst>
                    <a:ext uri="{9D8B030D-6E8A-4147-A177-3AD203B41FA5}">
                      <a16:colId xmlns:a16="http://schemas.microsoft.com/office/drawing/2014/main" val="3162571181"/>
                    </a:ext>
                  </a:extLst>
                </a:gridCol>
                <a:gridCol w="2647610">
                  <a:extLst>
                    <a:ext uri="{9D8B030D-6E8A-4147-A177-3AD203B41FA5}">
                      <a16:colId xmlns:a16="http://schemas.microsoft.com/office/drawing/2014/main" val="3160572062"/>
                    </a:ext>
                  </a:extLst>
                </a:gridCol>
                <a:gridCol w="2593603">
                  <a:extLst>
                    <a:ext uri="{9D8B030D-6E8A-4147-A177-3AD203B41FA5}">
                      <a16:colId xmlns:a16="http://schemas.microsoft.com/office/drawing/2014/main" val="3856880941"/>
                    </a:ext>
                  </a:extLst>
                </a:gridCol>
                <a:gridCol w="2593603">
                  <a:extLst>
                    <a:ext uri="{9D8B030D-6E8A-4147-A177-3AD203B41FA5}">
                      <a16:colId xmlns:a16="http://schemas.microsoft.com/office/drawing/2014/main" val="4032193401"/>
                    </a:ext>
                  </a:extLst>
                </a:gridCol>
              </a:tblGrid>
              <a:tr h="392084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6723"/>
                  </a:ext>
                </a:extLst>
              </a:tr>
              <a:tr h="276821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99059"/>
                  </a:ext>
                </a:extLst>
              </a:tr>
            </a:tbl>
          </a:graphicData>
        </a:graphic>
      </p:graphicFrame>
      <p:sp>
        <p:nvSpPr>
          <p:cNvPr id="15" name="Content left">
            <a:extLst>
              <a:ext uri="{FF2B5EF4-FFF2-40B4-BE49-F238E27FC236}">
                <a16:creationId xmlns:a16="http://schemas.microsoft.com/office/drawing/2014/main" id="{BEBDFC90-58E0-0140-7B63-D3842149117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1276767" y="1974984"/>
            <a:ext cx="2525213" cy="252283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4" name="Content left">
            <a:extLst>
              <a:ext uri="{FF2B5EF4-FFF2-40B4-BE49-F238E27FC236}">
                <a16:creationId xmlns:a16="http://schemas.microsoft.com/office/drawing/2014/main" id="{9464A29D-C407-A51C-0E47-27628F0FBF7E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 bwMode="gray">
          <a:xfrm>
            <a:off x="3969457" y="1974984"/>
            <a:ext cx="2525213" cy="252283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5" name="Content left">
            <a:extLst>
              <a:ext uri="{FF2B5EF4-FFF2-40B4-BE49-F238E27FC236}">
                <a16:creationId xmlns:a16="http://schemas.microsoft.com/office/drawing/2014/main" id="{961BAE24-2A01-D06F-72B5-F49427E001FB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6578408" y="1974984"/>
            <a:ext cx="2525213" cy="252283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0A66E4D2-946A-BB7F-637A-83159AC24F41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 bwMode="gray">
          <a:xfrm>
            <a:off x="9145491" y="1974983"/>
            <a:ext cx="2525213" cy="252283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0" name="Content left">
            <a:extLst>
              <a:ext uri="{FF2B5EF4-FFF2-40B4-BE49-F238E27FC236}">
                <a16:creationId xmlns:a16="http://schemas.microsoft.com/office/drawing/2014/main" id="{C3D563C8-8045-7637-44F4-3B4ED55C6CAA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1276767" y="1477750"/>
            <a:ext cx="252521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3" name="Content left">
            <a:extLst>
              <a:ext uri="{FF2B5EF4-FFF2-40B4-BE49-F238E27FC236}">
                <a16:creationId xmlns:a16="http://schemas.microsoft.com/office/drawing/2014/main" id="{726CDC95-0E4F-FC4A-6107-41DBD5B4A449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 bwMode="gray">
          <a:xfrm>
            <a:off x="611098" y="1469657"/>
            <a:ext cx="594107" cy="2790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4" name="Content left">
            <a:extLst>
              <a:ext uri="{FF2B5EF4-FFF2-40B4-BE49-F238E27FC236}">
                <a16:creationId xmlns:a16="http://schemas.microsoft.com/office/drawing/2014/main" id="{91F02E30-6866-BB04-3BCA-8516EF3DACEA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 bwMode="gray">
          <a:xfrm>
            <a:off x="611098" y="1970362"/>
            <a:ext cx="594107" cy="2521239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6" name="Content left">
            <a:extLst>
              <a:ext uri="{FF2B5EF4-FFF2-40B4-BE49-F238E27FC236}">
                <a16:creationId xmlns:a16="http://schemas.microsoft.com/office/drawing/2014/main" id="{B7DB4C13-8F97-FB4D-46F3-B7632DD8798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 bwMode="gray">
          <a:xfrm>
            <a:off x="3933675" y="1477750"/>
            <a:ext cx="252521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3" name="Content left">
            <a:extLst>
              <a:ext uri="{FF2B5EF4-FFF2-40B4-BE49-F238E27FC236}">
                <a16:creationId xmlns:a16="http://schemas.microsoft.com/office/drawing/2014/main" id="{EC9D20A0-C66D-21BB-DCAC-319CA66C8E0B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 bwMode="gray">
          <a:xfrm>
            <a:off x="6578407" y="1469657"/>
            <a:ext cx="245129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4" name="Content left">
            <a:extLst>
              <a:ext uri="{FF2B5EF4-FFF2-40B4-BE49-F238E27FC236}">
                <a16:creationId xmlns:a16="http://schemas.microsoft.com/office/drawing/2014/main" id="{1B2F5A97-2CED-7C35-4C19-6FE7FE8EDEFC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 bwMode="gray">
          <a:xfrm>
            <a:off x="9175182" y="1477750"/>
            <a:ext cx="245129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2B673AAC-E2D4-AE17-88DC-2EA7DD755771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 bwMode="gray">
          <a:xfrm>
            <a:off x="550862" y="4717853"/>
            <a:ext cx="11161711" cy="1519412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GB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106539298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4">
          <p15:clr>
            <a:srgbClr val="FBAE40"/>
          </p15:clr>
        </p15:guide>
        <p15:guide id="2" pos="2842">
          <p15:clr>
            <a:srgbClr val="FBAE40"/>
          </p15:clr>
        </p15:guide>
        <p15:guide id="4" pos="4883">
          <p15:clr>
            <a:srgbClr val="FBAE40"/>
          </p15:clr>
        </p15:guide>
        <p15:guide id="5" pos="5292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xtupl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E8C3F81-3DA9-417F-B383-C39461A27DA9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fld id="{AAD41C0E-AEB0-4F01-93F8-5C0FACE66E1F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8BB0AB1D-1530-429B-BDA2-F7D4DEFC4E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7B58617-66A6-4B52-A0EF-C41431BC2C1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490F4BE-C61C-CE69-F4B4-4A9479457F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73935971"/>
              </p:ext>
            </p:extLst>
          </p:nvPr>
        </p:nvGraphicFramePr>
        <p:xfrm>
          <a:off x="521296" y="1435770"/>
          <a:ext cx="11191277" cy="4849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084">
                  <a:extLst>
                    <a:ext uri="{9D8B030D-6E8A-4147-A177-3AD203B41FA5}">
                      <a16:colId xmlns:a16="http://schemas.microsoft.com/office/drawing/2014/main" val="2058987370"/>
                    </a:ext>
                  </a:extLst>
                </a:gridCol>
                <a:gridCol w="2654624">
                  <a:extLst>
                    <a:ext uri="{9D8B030D-6E8A-4147-A177-3AD203B41FA5}">
                      <a16:colId xmlns:a16="http://schemas.microsoft.com/office/drawing/2014/main" val="3162571181"/>
                    </a:ext>
                  </a:extLst>
                </a:gridCol>
                <a:gridCol w="2654623">
                  <a:extLst>
                    <a:ext uri="{9D8B030D-6E8A-4147-A177-3AD203B41FA5}">
                      <a16:colId xmlns:a16="http://schemas.microsoft.com/office/drawing/2014/main" val="3160572062"/>
                    </a:ext>
                  </a:extLst>
                </a:gridCol>
                <a:gridCol w="2600473">
                  <a:extLst>
                    <a:ext uri="{9D8B030D-6E8A-4147-A177-3AD203B41FA5}">
                      <a16:colId xmlns:a16="http://schemas.microsoft.com/office/drawing/2014/main" val="3856880941"/>
                    </a:ext>
                  </a:extLst>
                </a:gridCol>
                <a:gridCol w="2600473">
                  <a:extLst>
                    <a:ext uri="{9D8B030D-6E8A-4147-A177-3AD203B41FA5}">
                      <a16:colId xmlns:a16="http://schemas.microsoft.com/office/drawing/2014/main" val="4032193401"/>
                    </a:ext>
                  </a:extLst>
                </a:gridCol>
              </a:tblGrid>
              <a:tr h="317549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6723"/>
                  </a:ext>
                </a:extLst>
              </a:tr>
              <a:tr h="224197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99059"/>
                  </a:ext>
                </a:extLst>
              </a:tr>
              <a:tr h="224197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solidFill>
                      <a:srgbClr val="E5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919350"/>
                  </a:ext>
                </a:extLst>
              </a:tr>
            </a:tbl>
          </a:graphicData>
        </a:graphic>
      </p:graphicFrame>
      <p:sp>
        <p:nvSpPr>
          <p:cNvPr id="15" name="Content left">
            <a:extLst>
              <a:ext uri="{FF2B5EF4-FFF2-40B4-BE49-F238E27FC236}">
                <a16:creationId xmlns:a16="http://schemas.microsoft.com/office/drawing/2014/main" id="{BEBDFC90-58E0-0140-7B63-D3842149117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1276767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4" name="Content left">
            <a:extLst>
              <a:ext uri="{FF2B5EF4-FFF2-40B4-BE49-F238E27FC236}">
                <a16:creationId xmlns:a16="http://schemas.microsoft.com/office/drawing/2014/main" id="{8A3EE4EC-ABCD-55D1-35FE-0620172E3B4B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 bwMode="gray">
          <a:xfrm>
            <a:off x="3907673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6" name="Content left">
            <a:extLst>
              <a:ext uri="{FF2B5EF4-FFF2-40B4-BE49-F238E27FC236}">
                <a16:creationId xmlns:a16="http://schemas.microsoft.com/office/drawing/2014/main" id="{86F49384-13A0-498E-9BB1-2B1C557CC6C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6547516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7" name="Content left">
            <a:extLst>
              <a:ext uri="{FF2B5EF4-FFF2-40B4-BE49-F238E27FC236}">
                <a16:creationId xmlns:a16="http://schemas.microsoft.com/office/drawing/2014/main" id="{63DAD9CB-F370-7503-52D9-5EBF7CD5026E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 bwMode="gray">
          <a:xfrm>
            <a:off x="9145491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8" name="Content left">
            <a:extLst>
              <a:ext uri="{FF2B5EF4-FFF2-40B4-BE49-F238E27FC236}">
                <a16:creationId xmlns:a16="http://schemas.microsoft.com/office/drawing/2014/main" id="{904A8837-C7F1-DC20-B482-3FAC450BCEBC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1276767" y="4135748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9" name="Content left">
            <a:extLst>
              <a:ext uri="{FF2B5EF4-FFF2-40B4-BE49-F238E27FC236}">
                <a16:creationId xmlns:a16="http://schemas.microsoft.com/office/drawing/2014/main" id="{C8588B35-D77C-9957-1D53-1908A8E6CA0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 bwMode="gray">
          <a:xfrm>
            <a:off x="3907673" y="4135748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21" name="Content left">
            <a:extLst>
              <a:ext uri="{FF2B5EF4-FFF2-40B4-BE49-F238E27FC236}">
                <a16:creationId xmlns:a16="http://schemas.microsoft.com/office/drawing/2014/main" id="{C1E3901B-0596-57FD-34B5-812252537BA7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 bwMode="gray">
          <a:xfrm>
            <a:off x="6562096" y="4135748"/>
            <a:ext cx="5062731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22" name="Content left">
            <a:extLst>
              <a:ext uri="{FF2B5EF4-FFF2-40B4-BE49-F238E27FC236}">
                <a16:creationId xmlns:a16="http://schemas.microsoft.com/office/drawing/2014/main" id="{94AECE27-575C-5506-122F-8BF1E57A2B97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 bwMode="gray">
          <a:xfrm>
            <a:off x="1276767" y="1477750"/>
            <a:ext cx="252521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3" name="Content left">
            <a:extLst>
              <a:ext uri="{FF2B5EF4-FFF2-40B4-BE49-F238E27FC236}">
                <a16:creationId xmlns:a16="http://schemas.microsoft.com/office/drawing/2014/main" id="{C13E82C7-568C-02B3-4C40-599D46C9CD47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 bwMode="gray">
          <a:xfrm>
            <a:off x="611098" y="1469657"/>
            <a:ext cx="594107" cy="2790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4" name="Content left">
            <a:extLst>
              <a:ext uri="{FF2B5EF4-FFF2-40B4-BE49-F238E27FC236}">
                <a16:creationId xmlns:a16="http://schemas.microsoft.com/office/drawing/2014/main" id="{2236AC4B-1978-F4A4-E39C-43CF58F594E2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 bwMode="gray">
          <a:xfrm>
            <a:off x="565550" y="1916614"/>
            <a:ext cx="594107" cy="210151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5" name="Content left">
            <a:extLst>
              <a:ext uri="{FF2B5EF4-FFF2-40B4-BE49-F238E27FC236}">
                <a16:creationId xmlns:a16="http://schemas.microsoft.com/office/drawing/2014/main" id="{E66D3D66-C9B8-D0C6-AF09-74AB2A715DBA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 bwMode="gray">
          <a:xfrm>
            <a:off x="3933675" y="1477750"/>
            <a:ext cx="252521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6" name="Content left">
            <a:extLst>
              <a:ext uri="{FF2B5EF4-FFF2-40B4-BE49-F238E27FC236}">
                <a16:creationId xmlns:a16="http://schemas.microsoft.com/office/drawing/2014/main" id="{7787B790-7F92-400E-51AE-23C3A0CBFB3B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 bwMode="gray">
          <a:xfrm>
            <a:off x="6578407" y="1469657"/>
            <a:ext cx="245129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7" name="Content left">
            <a:extLst>
              <a:ext uri="{FF2B5EF4-FFF2-40B4-BE49-F238E27FC236}">
                <a16:creationId xmlns:a16="http://schemas.microsoft.com/office/drawing/2014/main" id="{6A5ED599-F10C-124C-E7DF-7B905E96787C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 bwMode="gray">
          <a:xfrm>
            <a:off x="9175182" y="1477750"/>
            <a:ext cx="245129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8" name="Content left">
            <a:extLst>
              <a:ext uri="{FF2B5EF4-FFF2-40B4-BE49-F238E27FC236}">
                <a16:creationId xmlns:a16="http://schemas.microsoft.com/office/drawing/2014/main" id="{63B9B78B-7169-357D-3698-EE74E03A0C71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 bwMode="gray">
          <a:xfrm>
            <a:off x="565550" y="4101045"/>
            <a:ext cx="594107" cy="210151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133637788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4">
          <p15:clr>
            <a:srgbClr val="FBAE40"/>
          </p15:clr>
        </p15:guide>
        <p15:guide id="2" pos="2842">
          <p15:clr>
            <a:srgbClr val="FBAE40"/>
          </p15:clr>
        </p15:guide>
        <p15:guide id="4" pos="4883">
          <p15:clr>
            <a:srgbClr val="FBAE40"/>
          </p15:clr>
        </p15:guide>
        <p15:guide id="5" pos="5292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ctuple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6" name="Date">
            <a:extLst>
              <a:ext uri="{FF2B5EF4-FFF2-40B4-BE49-F238E27FC236}">
                <a16:creationId xmlns:a16="http://schemas.microsoft.com/office/drawing/2014/main" id="{2E8C3F81-3DA9-417F-B383-C39461A27DA9}"/>
              </a:ext>
            </a:extLst>
          </p:cNvPr>
          <p:cNvSpPr>
            <a:spLocks noGrp="1"/>
          </p:cNvSpPr>
          <p:nvPr>
            <p:ph type="dt" sz="half" idx="20"/>
          </p:nvPr>
        </p:nvSpPr>
        <p:spPr bwMode="gray"/>
        <p:txBody>
          <a:bodyPr/>
          <a:lstStyle/>
          <a:p>
            <a:fld id="{AAD41C0E-AEB0-4F01-93F8-5C0FACE66E1F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8" name="Footer">
            <a:extLst>
              <a:ext uri="{FF2B5EF4-FFF2-40B4-BE49-F238E27FC236}">
                <a16:creationId xmlns:a16="http://schemas.microsoft.com/office/drawing/2014/main" id="{8BB0AB1D-1530-429B-BDA2-F7D4DEFC4EC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57B58617-66A6-4B52-A0EF-C41431BC2C12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D490F4BE-C61C-CE69-F4B4-4A9479457FFA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772850676"/>
              </p:ext>
            </p:extLst>
          </p:nvPr>
        </p:nvGraphicFramePr>
        <p:xfrm>
          <a:off x="521296" y="1435770"/>
          <a:ext cx="11191277" cy="484970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1084">
                  <a:extLst>
                    <a:ext uri="{9D8B030D-6E8A-4147-A177-3AD203B41FA5}">
                      <a16:colId xmlns:a16="http://schemas.microsoft.com/office/drawing/2014/main" val="2058987370"/>
                    </a:ext>
                  </a:extLst>
                </a:gridCol>
                <a:gridCol w="2654624">
                  <a:extLst>
                    <a:ext uri="{9D8B030D-6E8A-4147-A177-3AD203B41FA5}">
                      <a16:colId xmlns:a16="http://schemas.microsoft.com/office/drawing/2014/main" val="3162571181"/>
                    </a:ext>
                  </a:extLst>
                </a:gridCol>
                <a:gridCol w="2654623">
                  <a:extLst>
                    <a:ext uri="{9D8B030D-6E8A-4147-A177-3AD203B41FA5}">
                      <a16:colId xmlns:a16="http://schemas.microsoft.com/office/drawing/2014/main" val="3160572062"/>
                    </a:ext>
                  </a:extLst>
                </a:gridCol>
                <a:gridCol w="2600473">
                  <a:extLst>
                    <a:ext uri="{9D8B030D-6E8A-4147-A177-3AD203B41FA5}">
                      <a16:colId xmlns:a16="http://schemas.microsoft.com/office/drawing/2014/main" val="3856880941"/>
                    </a:ext>
                  </a:extLst>
                </a:gridCol>
                <a:gridCol w="2600473">
                  <a:extLst>
                    <a:ext uri="{9D8B030D-6E8A-4147-A177-3AD203B41FA5}">
                      <a16:colId xmlns:a16="http://schemas.microsoft.com/office/drawing/2014/main" val="4032193401"/>
                    </a:ext>
                  </a:extLst>
                </a:gridCol>
              </a:tblGrid>
              <a:tr h="317549"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6723"/>
                  </a:ext>
                </a:extLst>
              </a:tr>
              <a:tr h="224197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699059"/>
                  </a:ext>
                </a:extLst>
              </a:tr>
              <a:tr h="2241973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919350"/>
                  </a:ext>
                </a:extLst>
              </a:tr>
            </a:tbl>
          </a:graphicData>
        </a:graphic>
      </p:graphicFrame>
      <p:sp>
        <p:nvSpPr>
          <p:cNvPr id="15" name="Content left">
            <a:extLst>
              <a:ext uri="{FF2B5EF4-FFF2-40B4-BE49-F238E27FC236}">
                <a16:creationId xmlns:a16="http://schemas.microsoft.com/office/drawing/2014/main" id="{BEBDFC90-58E0-0140-7B63-D3842149117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1276767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4" name="Content left">
            <a:extLst>
              <a:ext uri="{FF2B5EF4-FFF2-40B4-BE49-F238E27FC236}">
                <a16:creationId xmlns:a16="http://schemas.microsoft.com/office/drawing/2014/main" id="{8A3EE4EC-ABCD-55D1-35FE-0620172E3B4B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 bwMode="gray">
          <a:xfrm>
            <a:off x="3907673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6" name="Content left">
            <a:extLst>
              <a:ext uri="{FF2B5EF4-FFF2-40B4-BE49-F238E27FC236}">
                <a16:creationId xmlns:a16="http://schemas.microsoft.com/office/drawing/2014/main" id="{86F49384-13A0-498E-9BB1-2B1C557CC6CF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6547516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7" name="Content left">
            <a:extLst>
              <a:ext uri="{FF2B5EF4-FFF2-40B4-BE49-F238E27FC236}">
                <a16:creationId xmlns:a16="http://schemas.microsoft.com/office/drawing/2014/main" id="{63DAD9CB-F370-7503-52D9-5EBF7CD5026E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 bwMode="gray">
          <a:xfrm>
            <a:off x="9145491" y="1836822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8" name="Content left">
            <a:extLst>
              <a:ext uri="{FF2B5EF4-FFF2-40B4-BE49-F238E27FC236}">
                <a16:creationId xmlns:a16="http://schemas.microsoft.com/office/drawing/2014/main" id="{904A8837-C7F1-DC20-B482-3FAC450BCEBC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1276767" y="4135748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9" name="Content left">
            <a:extLst>
              <a:ext uri="{FF2B5EF4-FFF2-40B4-BE49-F238E27FC236}">
                <a16:creationId xmlns:a16="http://schemas.microsoft.com/office/drawing/2014/main" id="{C8588B35-D77C-9957-1D53-1908A8E6CA04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 bwMode="gray">
          <a:xfrm>
            <a:off x="3907673" y="4135748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20" name="Content left">
            <a:extLst>
              <a:ext uri="{FF2B5EF4-FFF2-40B4-BE49-F238E27FC236}">
                <a16:creationId xmlns:a16="http://schemas.microsoft.com/office/drawing/2014/main" id="{BD699725-D12C-A981-F324-1A631C28E771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 bwMode="gray">
          <a:xfrm>
            <a:off x="6547516" y="4135748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21" name="Content left">
            <a:extLst>
              <a:ext uri="{FF2B5EF4-FFF2-40B4-BE49-F238E27FC236}">
                <a16:creationId xmlns:a16="http://schemas.microsoft.com/office/drawing/2014/main" id="{6C88027F-AD35-D9E8-AE0B-1D150BA930E5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 bwMode="gray">
          <a:xfrm>
            <a:off x="9145491" y="4135748"/>
            <a:ext cx="2525213" cy="2101516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23" name="Content left">
            <a:extLst>
              <a:ext uri="{FF2B5EF4-FFF2-40B4-BE49-F238E27FC236}">
                <a16:creationId xmlns:a16="http://schemas.microsoft.com/office/drawing/2014/main" id="{D9FCB910-C2A2-948D-0025-41DB9654D28C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 bwMode="gray">
          <a:xfrm>
            <a:off x="1276767" y="1477750"/>
            <a:ext cx="252521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4" name="Content left">
            <a:extLst>
              <a:ext uri="{FF2B5EF4-FFF2-40B4-BE49-F238E27FC236}">
                <a16:creationId xmlns:a16="http://schemas.microsoft.com/office/drawing/2014/main" id="{3EBEE3AA-7714-448C-A903-3770ED5C33EF}"/>
              </a:ext>
            </a:extLst>
          </p:cNvPr>
          <p:cNvSpPr>
            <a:spLocks noGrp="1"/>
          </p:cNvSpPr>
          <p:nvPr>
            <p:ph sz="quarter" idx="35" hasCustomPrompt="1"/>
          </p:nvPr>
        </p:nvSpPr>
        <p:spPr bwMode="gray">
          <a:xfrm>
            <a:off x="611098" y="1469657"/>
            <a:ext cx="594107" cy="27907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5" name="Content left">
            <a:extLst>
              <a:ext uri="{FF2B5EF4-FFF2-40B4-BE49-F238E27FC236}">
                <a16:creationId xmlns:a16="http://schemas.microsoft.com/office/drawing/2014/main" id="{48CC6155-9D5B-8F66-AFF7-0064AE5AC978}"/>
              </a:ext>
            </a:extLst>
          </p:cNvPr>
          <p:cNvSpPr>
            <a:spLocks noGrp="1"/>
          </p:cNvSpPr>
          <p:nvPr>
            <p:ph sz="quarter" idx="36" hasCustomPrompt="1"/>
          </p:nvPr>
        </p:nvSpPr>
        <p:spPr bwMode="gray">
          <a:xfrm>
            <a:off x="576967" y="1836823"/>
            <a:ext cx="594107" cy="2171298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6" name="Content left">
            <a:extLst>
              <a:ext uri="{FF2B5EF4-FFF2-40B4-BE49-F238E27FC236}">
                <a16:creationId xmlns:a16="http://schemas.microsoft.com/office/drawing/2014/main" id="{33CC9CC8-66C0-51EF-41AF-42A1C3A24A22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 bwMode="gray">
          <a:xfrm>
            <a:off x="3933675" y="1477750"/>
            <a:ext cx="252521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7" name="Content left">
            <a:extLst>
              <a:ext uri="{FF2B5EF4-FFF2-40B4-BE49-F238E27FC236}">
                <a16:creationId xmlns:a16="http://schemas.microsoft.com/office/drawing/2014/main" id="{B1B83931-E245-B870-5341-F063A4CF614D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 bwMode="gray">
          <a:xfrm>
            <a:off x="6578407" y="1469657"/>
            <a:ext cx="245129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8" name="Content left">
            <a:extLst>
              <a:ext uri="{FF2B5EF4-FFF2-40B4-BE49-F238E27FC236}">
                <a16:creationId xmlns:a16="http://schemas.microsoft.com/office/drawing/2014/main" id="{B51629BE-F689-C401-5CE1-22166915253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 bwMode="gray">
          <a:xfrm>
            <a:off x="9175182" y="1477750"/>
            <a:ext cx="2451293" cy="279076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9" name="Content left">
            <a:extLst>
              <a:ext uri="{FF2B5EF4-FFF2-40B4-BE49-F238E27FC236}">
                <a16:creationId xmlns:a16="http://schemas.microsoft.com/office/drawing/2014/main" id="{48BAB43C-7653-A09E-302B-1B216553151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 bwMode="gray">
          <a:xfrm>
            <a:off x="568030" y="4065966"/>
            <a:ext cx="594107" cy="2171298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3749225847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pos="2434">
          <p15:clr>
            <a:srgbClr val="FBAE40"/>
          </p15:clr>
        </p15:guide>
        <p15:guide id="2" pos="2842">
          <p15:clr>
            <a:srgbClr val="FBAE40"/>
          </p15:clr>
        </p15:guide>
        <p15:guide id="4" pos="4883">
          <p15:clr>
            <a:srgbClr val="FBAE40"/>
          </p15:clr>
        </p15:guide>
        <p15:guide id="5" pos="5292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ntenu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9DB07D54-AE8F-4C3C-8AAB-0677FA02809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gray">
          <a:xfrm>
            <a:off x="582125" y="1700213"/>
            <a:ext cx="11130450" cy="439308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  <a:p>
            <a:pPr lvl="4"/>
            <a:endParaRPr lang="en-GB" dirty="0"/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1556B695-9309-41C3-A54D-DBADCB24CF02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fld id="{B062FA29-0920-4551-B10B-8B84FB30A99C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005F3838-9EB3-46AA-A748-61B210B2CF0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461A24B-9F74-4760-B16B-CF31DF7EF2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2688308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4" pos="4883" userDrawn="1">
          <p15:clr>
            <a:srgbClr val="FBAE40"/>
          </p15:clr>
        </p15:guide>
        <p15:guide id="5" pos="5292" userDrawn="1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ntenu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right">
            <a:extLst>
              <a:ext uri="{FF2B5EF4-FFF2-40B4-BE49-F238E27FC236}">
                <a16:creationId xmlns:a16="http://schemas.microsoft.com/office/drawing/2014/main" id="{BBFBC242-2929-8CE9-80F2-F06F64A96BF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 bwMode="gray">
          <a:xfrm>
            <a:off x="6198700" y="1700213"/>
            <a:ext cx="5513875" cy="4392612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9DB07D54-AE8F-4C3C-8AAB-0677FA02809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gray">
          <a:xfrm>
            <a:off x="582125" y="1700213"/>
            <a:ext cx="5513875" cy="439308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  <a:p>
            <a:pPr lvl="4"/>
            <a:endParaRPr lang="en-GB" dirty="0"/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1556B695-9309-41C3-A54D-DBADCB24CF02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fld id="{B062FA29-0920-4551-B10B-8B84FB30A99C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005F3838-9EB3-46AA-A748-61B210B2CF0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461A24B-9F74-4760-B16B-CF31DF7EF2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8594356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4" pos="4883" userDrawn="1">
          <p15:clr>
            <a:srgbClr val="FBAE40"/>
          </p15:clr>
        </p15:guide>
        <p15:guide id="5" pos="5292" userDrawn="1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ntenu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right">
            <a:extLst>
              <a:ext uri="{FF2B5EF4-FFF2-40B4-BE49-F238E27FC236}">
                <a16:creationId xmlns:a16="http://schemas.microsoft.com/office/drawing/2014/main" id="{BBFBC242-2929-8CE9-80F2-F06F64A96BF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 bwMode="gray">
          <a:xfrm>
            <a:off x="6198700" y="1700213"/>
            <a:ext cx="5513875" cy="219892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AFA2406-20AF-4E06-BD85-64819E24E6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/>
        <p:txBody>
          <a:bodyPr/>
          <a:lstStyle/>
          <a:p>
            <a:r>
              <a:rPr lang="en-GB" dirty="0"/>
              <a:t>Edit title master format</a:t>
            </a:r>
          </a:p>
        </p:txBody>
      </p:sp>
      <p:sp>
        <p:nvSpPr>
          <p:cNvPr id="7" name="Content left">
            <a:extLst>
              <a:ext uri="{FF2B5EF4-FFF2-40B4-BE49-F238E27FC236}">
                <a16:creationId xmlns:a16="http://schemas.microsoft.com/office/drawing/2014/main" id="{9DB07D54-AE8F-4C3C-8AAB-0677FA02809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 bwMode="gray">
          <a:xfrm>
            <a:off x="582125" y="1700213"/>
            <a:ext cx="5513875" cy="4393084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  <a:p>
            <a:pPr lvl="4"/>
            <a:endParaRPr lang="en-GB" dirty="0"/>
          </a:p>
        </p:txBody>
      </p:sp>
      <p:sp>
        <p:nvSpPr>
          <p:cNvPr id="12" name="Action line / Navigation">
            <a:extLst>
              <a:ext uri="{FF2B5EF4-FFF2-40B4-BE49-F238E27FC236}">
                <a16:creationId xmlns:a16="http://schemas.microsoft.com/office/drawing/2014/main" id="{A85A906F-404F-468E-A420-9B7A2502844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50863" y="255981"/>
            <a:ext cx="11161712" cy="315912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Optional action line / navigation</a:t>
            </a:r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1556B695-9309-41C3-A54D-DBADCB24CF02}"/>
              </a:ext>
            </a:extLst>
          </p:cNvPr>
          <p:cNvSpPr>
            <a:spLocks noGrp="1"/>
          </p:cNvSpPr>
          <p:nvPr>
            <p:ph type="dt" sz="half" idx="19"/>
          </p:nvPr>
        </p:nvSpPr>
        <p:spPr bwMode="gray"/>
        <p:txBody>
          <a:bodyPr/>
          <a:lstStyle/>
          <a:p>
            <a:fld id="{B062FA29-0920-4551-B10B-8B84FB30A99C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005F3838-9EB3-46AA-A748-61B210B2CF0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gray"/>
        <p:txBody>
          <a:bodyPr/>
          <a:lstStyle/>
          <a:p>
            <a:endParaRPr lang="en-GB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B461A24B-9F74-4760-B16B-CF31DF7EF27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gray"/>
        <p:txBody>
          <a:bodyPr/>
          <a:lstStyle/>
          <a:p>
            <a:fld id="{8FF9B0DE-3FEB-4AA0-B465-B80EF7C1333D}" type="slidenum">
              <a:rPr lang="en-GB"/>
              <a:pPr/>
              <a:t>‹N°›</a:t>
            </a:fld>
            <a:endParaRPr lang="en-GB" dirty="0"/>
          </a:p>
        </p:txBody>
      </p:sp>
      <p:sp>
        <p:nvSpPr>
          <p:cNvPr id="4" name="Content right">
            <a:extLst>
              <a:ext uri="{FF2B5EF4-FFF2-40B4-BE49-F238E27FC236}">
                <a16:creationId xmlns:a16="http://schemas.microsoft.com/office/drawing/2014/main" id="{B8CF5F91-630B-A302-2858-32E19A26733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 bwMode="gray">
          <a:xfrm>
            <a:off x="6198699" y="4028536"/>
            <a:ext cx="5513875" cy="206476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207227563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4" pos="4883" userDrawn="1">
          <p15:clr>
            <a:srgbClr val="FBAE40"/>
          </p15:clr>
        </p15:guide>
        <p15:guide id="5" pos="5292" userDrawn="1">
          <p15:clr>
            <a:srgbClr val="FBAE40"/>
          </p15:clr>
        </p15:guide>
        <p15:guide id="6" pos="347">
          <p15:clr>
            <a:srgbClr val="FBAE40"/>
          </p15:clr>
        </p15:guide>
        <p15:guide id="7" pos="7378">
          <p15:clr>
            <a:srgbClr val="FBAE40"/>
          </p15:clr>
        </p15:guide>
        <p15:guide id="8" orient="horz" pos="1071">
          <p15:clr>
            <a:srgbClr val="FBAE40"/>
          </p15:clr>
        </p15:guide>
        <p15:guide id="9" orient="horz" pos="38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51D0A0-79E5-94ED-62A8-7D191F32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A5945845-6658-F17E-0814-013D053C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F1548-9365-47A0-8AF4-F78EBE5F6353}" type="datetime1">
              <a:rPr lang="en-US" smtClean="0"/>
              <a:pPr/>
              <a:t>8/14/2026</a:t>
            </a:fld>
            <a:endParaRPr lang="en-US" dirty="0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723FAE0F-0E20-74C4-16EA-18BAF1A5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802C951-786D-9A9B-00F0-E35B613D6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9B0DE-3FEB-4AA0-B465-B80EF7C1333D}" type="slidenum">
              <a:rPr lang="en-US" noProof="0" smtClean="0"/>
              <a:pPr/>
              <a:t>‹N°›</a:t>
            </a:fld>
            <a:endParaRPr lang="en-US" noProof="0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966251DA-F366-BBBF-C2AC-68F743F44CB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32857911"/>
              </p:ext>
            </p:extLst>
          </p:nvPr>
        </p:nvGraphicFramePr>
        <p:xfrm>
          <a:off x="550862" y="1233013"/>
          <a:ext cx="11161712" cy="493517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90428">
                  <a:extLst>
                    <a:ext uri="{9D8B030D-6E8A-4147-A177-3AD203B41FA5}">
                      <a16:colId xmlns:a16="http://schemas.microsoft.com/office/drawing/2014/main" val="2445652406"/>
                    </a:ext>
                  </a:extLst>
                </a:gridCol>
                <a:gridCol w="2790428">
                  <a:extLst>
                    <a:ext uri="{9D8B030D-6E8A-4147-A177-3AD203B41FA5}">
                      <a16:colId xmlns:a16="http://schemas.microsoft.com/office/drawing/2014/main" val="2786396646"/>
                    </a:ext>
                  </a:extLst>
                </a:gridCol>
                <a:gridCol w="2790428">
                  <a:extLst>
                    <a:ext uri="{9D8B030D-6E8A-4147-A177-3AD203B41FA5}">
                      <a16:colId xmlns:a16="http://schemas.microsoft.com/office/drawing/2014/main" val="2741674490"/>
                    </a:ext>
                  </a:extLst>
                </a:gridCol>
                <a:gridCol w="2790428">
                  <a:extLst>
                    <a:ext uri="{9D8B030D-6E8A-4147-A177-3AD203B41FA5}">
                      <a16:colId xmlns:a16="http://schemas.microsoft.com/office/drawing/2014/main" val="1139677211"/>
                    </a:ext>
                  </a:extLst>
                </a:gridCol>
              </a:tblGrid>
              <a:tr h="2467588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251963"/>
                  </a:ext>
                </a:extLst>
              </a:tr>
              <a:tr h="2467588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521756"/>
                  </a:ext>
                </a:extLst>
              </a:tr>
            </a:tbl>
          </a:graphicData>
        </a:graphic>
      </p:graphicFrame>
      <p:sp>
        <p:nvSpPr>
          <p:cNvPr id="7" name="Content left">
            <a:extLst>
              <a:ext uri="{FF2B5EF4-FFF2-40B4-BE49-F238E27FC236}">
                <a16:creationId xmlns:a16="http://schemas.microsoft.com/office/drawing/2014/main" id="{FC72A4A2-30A1-6595-1786-6DB9DCD7A16E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 bwMode="gray">
          <a:xfrm>
            <a:off x="621789" y="1327484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8" name="Content left">
            <a:extLst>
              <a:ext uri="{FF2B5EF4-FFF2-40B4-BE49-F238E27FC236}">
                <a16:creationId xmlns:a16="http://schemas.microsoft.com/office/drawing/2014/main" id="{6484CCCF-7DB7-CC8F-58BC-F32C8028CC65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 bwMode="gray">
          <a:xfrm>
            <a:off x="3437178" y="1327484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9" name="Content left">
            <a:extLst>
              <a:ext uri="{FF2B5EF4-FFF2-40B4-BE49-F238E27FC236}">
                <a16:creationId xmlns:a16="http://schemas.microsoft.com/office/drawing/2014/main" id="{49DC7008-233E-D6FD-472D-537FC4EF1E0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 bwMode="gray">
          <a:xfrm>
            <a:off x="6209874" y="1327484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0" name="Content left">
            <a:extLst>
              <a:ext uri="{FF2B5EF4-FFF2-40B4-BE49-F238E27FC236}">
                <a16:creationId xmlns:a16="http://schemas.microsoft.com/office/drawing/2014/main" id="{E8E6EB71-1C0F-7448-5370-952FAA21919C}"/>
              </a:ext>
            </a:extLst>
          </p:cNvPr>
          <p:cNvSpPr>
            <a:spLocks noGrp="1"/>
          </p:cNvSpPr>
          <p:nvPr>
            <p:ph sz="quarter" idx="29" hasCustomPrompt="1"/>
          </p:nvPr>
        </p:nvSpPr>
        <p:spPr bwMode="gray">
          <a:xfrm>
            <a:off x="8982570" y="1327484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1" name="Content left">
            <a:extLst>
              <a:ext uri="{FF2B5EF4-FFF2-40B4-BE49-F238E27FC236}">
                <a16:creationId xmlns:a16="http://schemas.microsoft.com/office/drawing/2014/main" id="{795BE78E-249F-A438-7735-616352AA4319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 bwMode="gray">
          <a:xfrm>
            <a:off x="621535" y="3747836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2" name="Content left">
            <a:extLst>
              <a:ext uri="{FF2B5EF4-FFF2-40B4-BE49-F238E27FC236}">
                <a16:creationId xmlns:a16="http://schemas.microsoft.com/office/drawing/2014/main" id="{80542CFD-D300-C03A-7EF4-5454582CBF98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 bwMode="gray">
          <a:xfrm>
            <a:off x="3436924" y="3747836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3" name="Content left">
            <a:extLst>
              <a:ext uri="{FF2B5EF4-FFF2-40B4-BE49-F238E27FC236}">
                <a16:creationId xmlns:a16="http://schemas.microsoft.com/office/drawing/2014/main" id="{EE5C3C06-BDE2-27D4-B8C1-13D18C33086A}"/>
              </a:ext>
            </a:extLst>
          </p:cNvPr>
          <p:cNvSpPr>
            <a:spLocks noGrp="1"/>
          </p:cNvSpPr>
          <p:nvPr>
            <p:ph sz="quarter" idx="32" hasCustomPrompt="1"/>
          </p:nvPr>
        </p:nvSpPr>
        <p:spPr bwMode="gray">
          <a:xfrm>
            <a:off x="6209620" y="3747836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  <p:sp>
        <p:nvSpPr>
          <p:cNvPr id="14" name="Content left">
            <a:extLst>
              <a:ext uri="{FF2B5EF4-FFF2-40B4-BE49-F238E27FC236}">
                <a16:creationId xmlns:a16="http://schemas.microsoft.com/office/drawing/2014/main" id="{B1B1E557-6357-E2A5-E9F2-83BE1F57F06C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 bwMode="gray">
          <a:xfrm>
            <a:off x="8982316" y="3747836"/>
            <a:ext cx="2658822" cy="2298032"/>
          </a:xfrm>
        </p:spPr>
        <p:txBody>
          <a:bodyPr/>
          <a:lstStyle>
            <a:lvl2pPr>
              <a:defRPr/>
            </a:lvl2pPr>
          </a:lstStyle>
          <a:p>
            <a:pPr lvl="1"/>
            <a:r>
              <a:rPr lang="en-GB" dirty="0"/>
              <a:t>teste</a:t>
            </a:r>
          </a:p>
        </p:txBody>
      </p:sp>
    </p:spTree>
    <p:extLst>
      <p:ext uri="{BB962C8B-B14F-4D97-AF65-F5344CB8AC3E}">
        <p14:creationId xmlns:p14="http://schemas.microsoft.com/office/powerpoint/2010/main" val="1588406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go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hite shape">
            <a:extLst>
              <a:ext uri="{FF2B5EF4-FFF2-40B4-BE49-F238E27FC236}">
                <a16:creationId xmlns:a16="http://schemas.microsoft.com/office/drawing/2014/main" id="{D0FD3227-5BD2-1613-7D05-716F3CE2E1A9}"/>
              </a:ext>
            </a:extLst>
          </p:cNvPr>
          <p:cNvSpPr/>
          <p:nvPr userDrawn="1"/>
        </p:nvSpPr>
        <p:spPr bwMode="gray">
          <a:xfrm>
            <a:off x="10331777" y="6315959"/>
            <a:ext cx="1649691" cy="46191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de-DE" dirty="0" err="1">
              <a:solidFill>
                <a:schemeClr val="tx1"/>
              </a:solidFill>
            </a:endParaRPr>
          </a:p>
        </p:txBody>
      </p:sp>
      <p:pic>
        <p:nvPicPr>
          <p:cNvPr id="11" name="Logo" descr="Ein Bild, das Schrift, Grafiken, Grafikdesign, Typografie enthält.&#10;&#10;Automatisch generierte Beschreibung">
            <a:extLst>
              <a:ext uri="{FF2B5EF4-FFF2-40B4-BE49-F238E27FC236}">
                <a16:creationId xmlns:a16="http://schemas.microsoft.com/office/drawing/2014/main" id="{A36BD861-0A99-A93D-5CB8-0A5FD0F03C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600" y="3212103"/>
            <a:ext cx="3484800" cy="433794"/>
          </a:xfrm>
          <a:prstGeom prst="rect">
            <a:avLst/>
          </a:prstGeom>
        </p:spPr>
      </p:pic>
      <p:sp>
        <p:nvSpPr>
          <p:cNvPr id="2" name="MIO_AGENDA_LAST_SLIDE" hidden="1">
            <a:extLst>
              <a:ext uri="{FF2B5EF4-FFF2-40B4-BE49-F238E27FC236}">
                <a16:creationId xmlns:a16="http://schemas.microsoft.com/office/drawing/2014/main" id="{F5581A42-AD94-93A7-97CE-008A287AEC71}"/>
              </a:ext>
            </a:extLst>
          </p:cNvPr>
          <p:cNvSpPr/>
          <p:nvPr userDrawn="1"/>
        </p:nvSpPr>
        <p:spPr bwMode="gray">
          <a:xfrm>
            <a:off x="11916076" y="0"/>
            <a:ext cx="221381" cy="221381"/>
          </a:xfrm>
          <a:prstGeom prst="noSmoking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dirty="0" err="1">
              <a:solidFill>
                <a:schemeClr val="tx1"/>
              </a:solidFill>
            </a:endParaRP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2822DA4-725B-F8A0-F414-050F82787E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81395" y="6858000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21413341-07B7-468F-B52F-1F843976FA4A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3053133-2867-1B1D-6FB2-79862C76D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274391" y="6858000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9B6DFB-92DB-5504-97D6-C8A9F596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82288" y="6858000"/>
            <a:ext cx="0" cy="0"/>
          </a:xfrm>
        </p:spPr>
        <p:txBody>
          <a:bodyPr/>
          <a:lstStyle>
            <a:lvl1pPr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8FF9B0DE-3FEB-4AA0-B465-B80EF7C1333D}" type="slidenum">
              <a:rPr lang="en-US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0217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Logo">
            <a:extLst>
              <a:ext uri="{FF2B5EF4-FFF2-40B4-BE49-F238E27FC236}">
                <a16:creationId xmlns:a16="http://schemas.microsoft.com/office/drawing/2014/main" id="{F7BF7CA0-E960-4EB3-8210-8583F337BF6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 bwMode="gray">
          <a:xfrm>
            <a:off x="10550803" y="6525000"/>
            <a:ext cx="1161197" cy="144000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550862" y="620736"/>
            <a:ext cx="11161713" cy="43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 noProof="0" dirty="0"/>
              <a:t>Edit title master format by clicking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 bwMode="gray">
          <a:xfrm>
            <a:off x="550863" y="1700213"/>
            <a:ext cx="11161712" cy="439308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Edit text by clicking. Use the "Increase/decrease list level" buttons on the Home tab to switch between the text levels you have set up.</a:t>
            </a:r>
          </a:p>
          <a:p>
            <a:pPr lvl="1"/>
            <a:r>
              <a:rPr lang="en-US" noProof="0" dirty="0"/>
              <a:t>List Level 2</a:t>
            </a:r>
          </a:p>
          <a:p>
            <a:pPr lvl="2"/>
            <a:r>
              <a:rPr lang="en-US" noProof="0" dirty="0"/>
              <a:t>List Level 3</a:t>
            </a:r>
          </a:p>
          <a:p>
            <a:pPr lvl="3"/>
            <a:r>
              <a:rPr lang="en-US" noProof="0" dirty="0"/>
              <a:t>List Level 4</a:t>
            </a:r>
          </a:p>
          <a:p>
            <a:pPr lvl="4"/>
            <a:r>
              <a:rPr lang="en-US" noProof="0" dirty="0"/>
              <a:t>List Level 5</a:t>
            </a:r>
          </a:p>
          <a:p>
            <a:pPr lvl="5"/>
            <a:r>
              <a:rPr lang="en-US" noProof="0" dirty="0"/>
              <a:t>List Level 6</a:t>
            </a:r>
          </a:p>
          <a:p>
            <a:pPr lvl="6"/>
            <a:r>
              <a:rPr lang="en-US" noProof="0" dirty="0"/>
              <a:t>List Level 7</a:t>
            </a:r>
          </a:p>
          <a:p>
            <a:pPr lvl="7"/>
            <a:r>
              <a:rPr lang="en-US" noProof="0" dirty="0"/>
              <a:t>List Level 8</a:t>
            </a:r>
          </a:p>
          <a:p>
            <a:pPr lvl="8"/>
            <a:r>
              <a:rPr lang="en-US" noProof="0" dirty="0"/>
              <a:t>List Level 9</a:t>
            </a:r>
          </a:p>
        </p:txBody>
      </p:sp>
      <p:grpSp>
        <p:nvGrpSpPr>
          <p:cNvPr id="25" name="Marks horizontal"/>
          <p:cNvGrpSpPr/>
          <p:nvPr/>
        </p:nvGrpSpPr>
        <p:grpSpPr bwMode="gray">
          <a:xfrm>
            <a:off x="-168688" y="1700808"/>
            <a:ext cx="72000" cy="4392488"/>
            <a:chOff x="-456728" y="1700808"/>
            <a:chExt cx="216000" cy="4392488"/>
          </a:xfrm>
        </p:grpSpPr>
        <p:cxnSp>
          <p:nvCxnSpPr>
            <p:cNvPr id="23" name="Gerader Verbinder 22"/>
            <p:cNvCxnSpPr/>
            <p:nvPr userDrawn="1"/>
          </p:nvCxnSpPr>
          <p:spPr bwMode="gray">
            <a:xfrm>
              <a:off x="-456728" y="1700808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/>
            <p:cNvCxnSpPr/>
            <p:nvPr userDrawn="1"/>
          </p:nvCxnSpPr>
          <p:spPr bwMode="gray">
            <a:xfrm>
              <a:off x="-456728" y="6093296"/>
              <a:ext cx="216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Date">
            <a:extLst>
              <a:ext uri="{FF2B5EF4-FFF2-40B4-BE49-F238E27FC236}">
                <a16:creationId xmlns:a16="http://schemas.microsoft.com/office/drawing/2014/main" id="{F25931F7-C9B2-4AEF-8949-B2C573475504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984352" y="6550324"/>
            <a:ext cx="792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9A1F1548-9365-47A0-8AF4-F78EBE5F6353}" type="datetime1">
              <a:rPr lang="en-US"/>
              <a:pPr/>
              <a:t>8/14/2026</a:t>
            </a:fld>
            <a:endParaRPr lang="en-US" dirty="0"/>
          </a:p>
        </p:txBody>
      </p:sp>
      <p:sp>
        <p:nvSpPr>
          <p:cNvPr id="29" name="Footer">
            <a:extLst>
              <a:ext uri="{FF2B5EF4-FFF2-40B4-BE49-F238E27FC236}">
                <a16:creationId xmlns:a16="http://schemas.microsoft.com/office/drawing/2014/main" id="{9D1E47E8-758C-4E0E-9F77-C5BF4B3F8E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1884396" y="6550324"/>
            <a:ext cx="7704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 b="1">
                <a:solidFill>
                  <a:schemeClr val="tx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  <p:sp>
        <p:nvSpPr>
          <p:cNvPr id="30" name="Page number">
            <a:extLst>
              <a:ext uri="{FF2B5EF4-FFF2-40B4-BE49-F238E27FC236}">
                <a16:creationId xmlns:a16="http://schemas.microsoft.com/office/drawing/2014/main" id="{BAF09DF7-FEB4-4BF3-8619-FCE74C4EA6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51864" y="6550324"/>
            <a:ext cx="288000" cy="144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8FF9B0DE-3FEB-4AA0-B465-B80EF7C1333D}" type="slidenum">
              <a:rPr lang="en-US" noProof="0"/>
              <a:pPr/>
              <a:t>‹N°›</a:t>
            </a:fld>
            <a:endParaRPr lang="en-US" noProof="0" dirty="0"/>
          </a:p>
        </p:txBody>
      </p:sp>
      <p:grpSp>
        <p:nvGrpSpPr>
          <p:cNvPr id="10" name="Marks vertical">
            <a:extLst>
              <a:ext uri="{FF2B5EF4-FFF2-40B4-BE49-F238E27FC236}">
                <a16:creationId xmlns:a16="http://schemas.microsoft.com/office/drawing/2014/main" id="{05D22EFE-1C2D-FB10-A5FA-977816F736F0}"/>
              </a:ext>
            </a:extLst>
          </p:cNvPr>
          <p:cNvGrpSpPr/>
          <p:nvPr userDrawn="1"/>
        </p:nvGrpSpPr>
        <p:grpSpPr>
          <a:xfrm>
            <a:off x="551384" y="-171400"/>
            <a:ext cx="11161240" cy="72008"/>
            <a:chOff x="551384" y="-171400"/>
            <a:chExt cx="11161240" cy="72008"/>
          </a:xfrm>
        </p:grpSpPr>
        <p:cxnSp>
          <p:nvCxnSpPr>
            <p:cNvPr id="13" name="Gerader Verbinder 12"/>
            <p:cNvCxnSpPr/>
            <p:nvPr userDrawn="1"/>
          </p:nvCxnSpPr>
          <p:spPr bwMode="gray">
            <a:xfrm>
              <a:off x="551384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Gerader Verbinder 19"/>
            <p:cNvCxnSpPr/>
            <p:nvPr userDrawn="1"/>
          </p:nvCxnSpPr>
          <p:spPr bwMode="gray">
            <a:xfrm>
              <a:off x="11712624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45A7FA6-661C-4F00-B171-7CC9C2CCE8DB}"/>
                </a:ext>
              </a:extLst>
            </p:cNvPr>
            <p:cNvCxnSpPr/>
            <p:nvPr/>
          </p:nvCxnSpPr>
          <p:spPr bwMode="gray">
            <a:xfrm>
              <a:off x="6455817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D614D05-FE86-44C3-B30B-4ED71C82B2D4}"/>
                </a:ext>
              </a:extLst>
            </p:cNvPr>
            <p:cNvCxnSpPr/>
            <p:nvPr/>
          </p:nvCxnSpPr>
          <p:spPr bwMode="gray">
            <a:xfrm>
              <a:off x="5807968" y="-171400"/>
              <a:ext cx="0" cy="7200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77BECE16-269D-4E9A-9B84-7F60B4AE0CB1}"/>
                </a:ext>
              </a:extLst>
            </p:cNvPr>
            <p:cNvCxnSpPr/>
            <p:nvPr userDrawn="1"/>
          </p:nvCxnSpPr>
          <p:spPr bwMode="gray">
            <a:xfrm>
              <a:off x="8400256" y="-171400"/>
              <a:ext cx="0" cy="7200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13FA7C3C-7FA6-4CDB-9805-4175F140B416}"/>
                </a:ext>
              </a:extLst>
            </p:cNvPr>
            <p:cNvCxnSpPr/>
            <p:nvPr userDrawn="1"/>
          </p:nvCxnSpPr>
          <p:spPr bwMode="gray">
            <a:xfrm>
              <a:off x="7752407" y="-171400"/>
              <a:ext cx="0" cy="7200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24105D3-4A85-43F3-BAE6-78D2008211EF}"/>
                </a:ext>
              </a:extLst>
            </p:cNvPr>
            <p:cNvCxnSpPr/>
            <p:nvPr userDrawn="1"/>
          </p:nvCxnSpPr>
          <p:spPr bwMode="gray">
            <a:xfrm>
              <a:off x="4511824" y="-171400"/>
              <a:ext cx="0" cy="7200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5C51D5BD-3B24-442C-9575-E3C237E12149}"/>
                </a:ext>
              </a:extLst>
            </p:cNvPr>
            <p:cNvCxnSpPr/>
            <p:nvPr userDrawn="1"/>
          </p:nvCxnSpPr>
          <p:spPr bwMode="gray">
            <a:xfrm>
              <a:off x="3863975" y="-171400"/>
              <a:ext cx="0" cy="7200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FF91E64-D9CA-4E5C-8F94-5DA5E114B04B}"/>
                </a:ext>
              </a:extLst>
            </p:cNvPr>
            <p:cNvCxnSpPr/>
            <p:nvPr/>
          </p:nvCxnSpPr>
          <p:spPr bwMode="gray">
            <a:xfrm>
              <a:off x="9408368" y="-171392"/>
              <a:ext cx="0" cy="72000"/>
            </a:xfrm>
            <a:prstGeom prst="line">
              <a:avLst/>
            </a:prstGeom>
            <a:ln w="63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1206C0-5549-4016-B972-40D54A316047}"/>
                </a:ext>
              </a:extLst>
            </p:cNvPr>
            <p:cNvCxnSpPr/>
            <p:nvPr/>
          </p:nvCxnSpPr>
          <p:spPr bwMode="gray">
            <a:xfrm>
              <a:off x="8760519" y="-171392"/>
              <a:ext cx="0" cy="72000"/>
            </a:xfrm>
            <a:prstGeom prst="line">
              <a:avLst/>
            </a:prstGeom>
            <a:ln w="63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EB6A447-3F4D-44F0-A383-F28EB320251F}"/>
                </a:ext>
              </a:extLst>
            </p:cNvPr>
            <p:cNvCxnSpPr/>
            <p:nvPr/>
          </p:nvCxnSpPr>
          <p:spPr bwMode="gray">
            <a:xfrm>
              <a:off x="3503489" y="-171392"/>
              <a:ext cx="0" cy="72000"/>
            </a:xfrm>
            <a:prstGeom prst="line">
              <a:avLst/>
            </a:prstGeom>
            <a:ln w="63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A8EE856-A375-49AE-9A88-BFE45857E99C}"/>
                </a:ext>
              </a:extLst>
            </p:cNvPr>
            <p:cNvCxnSpPr/>
            <p:nvPr/>
          </p:nvCxnSpPr>
          <p:spPr bwMode="gray">
            <a:xfrm>
              <a:off x="2855640" y="-171392"/>
              <a:ext cx="0" cy="72000"/>
            </a:xfrm>
            <a:prstGeom prst="line">
              <a:avLst/>
            </a:prstGeom>
            <a:ln w="63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mpower - DO NOT DELETE!!!"/>
          <p:cNvSpPr/>
          <p:nvPr>
            <p:custDataLst>
              <p:tags r:id="rId14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5" name="empower - DO NOT DELETE!!!" hidden="1">
            <a:extLst>
              <a:ext uri="{FF2B5EF4-FFF2-40B4-BE49-F238E27FC236}">
                <a16:creationId xmlns:a16="http://schemas.microsoft.com/office/drawing/2014/main" id="{E4189527-6D19-8FFD-1B6B-B317D52900AA}"/>
              </a:ext>
            </a:extLst>
          </p:cNvPr>
          <p:cNvSpPr/>
          <p:nvPr userDrawn="1">
            <p:custDataLst>
              <p:tags r:id="rId15"/>
            </p:custDataLst>
          </p:nvPr>
        </p:nvSpPr>
        <p:spPr bwMode="gray">
          <a:xfrm>
            <a:off x="0" y="0"/>
            <a:ext cx="0" cy="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algn="ctr">
              <a:lnSpc>
                <a:spcPct val="120000"/>
              </a:lnSpc>
            </a:pPr>
            <a:endParaRPr 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806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0" r:id="rId2"/>
    <p:sldLayoutId id="2147483734" r:id="rId3"/>
    <p:sldLayoutId id="2147483687" r:id="rId4"/>
    <p:sldLayoutId id="2147483735" r:id="rId5"/>
    <p:sldLayoutId id="2147483737" r:id="rId6"/>
    <p:sldLayoutId id="2147483736" r:id="rId7"/>
    <p:sldLayoutId id="2147483739" r:id="rId8"/>
    <p:sldLayoutId id="2147483688" r:id="rId9"/>
    <p:sldLayoutId id="2147483738" r:id="rId10"/>
    <p:sldLayoutId id="2147483740" r:id="rId11"/>
    <p:sldLayoutId id="2147483733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2400"/>
        </a:spcBef>
        <a:spcAft>
          <a:spcPts val="0"/>
        </a:spcAft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j-lt"/>
          <a:ea typeface="+mn-ea"/>
          <a:cs typeface="+mn-cs"/>
        </a:defRPr>
      </a:lvl1pPr>
      <a:lvl2pPr marL="0" indent="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gconsolata" pitchFamily="1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216000" indent="-21600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ebherr Text Office" panose="020B0604030000000000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431800" indent="-21590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ebherr Text Office" panose="020B0604030000000000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432000" indent="-21600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ebherr Text Office" panose="020B0604030000000000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432000" indent="-21600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ebherr Text Office" panose="020B0604030000000000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432000" indent="-21600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ebherr Text Office" panose="020B0604030000000000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432000" indent="-21600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ebherr Text Office" panose="020B0604030000000000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432000" indent="-216000" algn="l" defTabSz="914400" rtl="0" eaLnBrk="1" latinLnBrk="0" hangingPunct="1">
        <a:lnSpc>
          <a:spcPct val="120000"/>
        </a:lnSpc>
        <a:spcBef>
          <a:spcPts val="600"/>
        </a:spcBef>
        <a:spcAft>
          <a:spcPts val="0"/>
        </a:spcAft>
        <a:buFont typeface="Liebherr Text Office" panose="020B0604030000000000" pitchFamily="34" charset="0"/>
        <a:buChar char="—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ENTATION_LANGUAGE" val="103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EKGUID" val="05ec8568-c555-484d-a81c-be1f256855aa"/>
  <p:tag name="MIO_UPDATE" val="True"/>
  <p:tag name="MIO_DBID" val="D2ADB5CE-4791-4BD6-A5B0-2150AF1FFAC7"/>
  <p:tag name="MIO_FALLBACK_LAYOUT" val="13"/>
  <p:tag name="MIO_SHOW_DATE" val="False"/>
  <p:tag name="MIO_SHOW_FOOTER" val="True"/>
  <p:tag name="MIO_SHOW_PAGENUMBER" val="True"/>
  <p:tag name="MIO_AVOID_BLANK_LAYOUT" val="True"/>
  <p:tag name="MIO_CD_LAYOUT_VALID_AREA" val="False"/>
  <p:tag name="MIO_EMBED_FONT" val="True"/>
  <p:tag name="MIO_MATCH_COLOR_SCHEME" val="True"/>
  <p:tag name="MIO_NUMBER_OF_VALID_LAYOUTS" val="51"/>
  <p:tag name="MIO_VERSION" val="07.12.2021 15:30:16"/>
  <p:tag name="MIO_OBJECTNAME" val="Master Corporate"/>
  <p:tag name="MIO_LASTDOWNLOADED" val="28.08.2024 09:48:59.682"/>
  <p:tag name="MIO_CDID" val="6bcddaaa-6f17-44f5-a88a-5e31afd6f17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HDS" val="True"/>
  <p:tag name="MIO_SKIPVERSION" val="01.01.0001 00:00:00"/>
  <p:tag name="MIO_UPDATE" val="True"/>
  <p:tag name="MIO_SHOW_DATE" val="True"/>
  <p:tag name="MIO_SHOW_FOOTER" val="True"/>
  <p:tag name="MIO_SHOW_PAGENUMBER" val="True"/>
  <p:tag name="MIO_AVOID_BLANK_LAYOUT" val="True"/>
  <p:tag name="MIO_CD_LAYOUT_VALID_AREA" val="False"/>
  <p:tag name="MIO_NUMBER_OF_VALID_LAYOUTS" val="37"/>
  <p:tag name="MIO_FALLBACK_LAYOUT" val="30"/>
  <p:tag name="MIO_MATCH_COLOR_SCHEME" val="False"/>
  <p:tag name="MIO_EMBED_FONT" val="True"/>
  <p:tag name="MIO_EKGUID" val="88ebc333-be43-44ee-b421-8baaea715ce8"/>
  <p:tag name="MIO_VERSION" val="14.04.2026 11:56:04"/>
  <p:tag name="MIO_DBID" val="D2ADB5CE-4791-4BD6-A5B0-2150AF1FFAC7"/>
  <p:tag name="MIO_LASTDOWNLOADED" val="19.06.2026 09:49:45.111"/>
  <p:tag name="MIO_OBJECTNAME" val="liebherr-master-corporate-202601"/>
  <p:tag name="MIO_CONTENTTAG" val="5+yFLWQrEEaw67QoY064YQ=="/>
  <p:tag name="MIO_CDID" val="9903cf1c-560d-435c-8986-23e5e5da3a6f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LACEHOLDER_MAPPING" val="LIEBHERRMIOPlaceholderMapping.Chapter Divider | Colour | 2 LinesMIOPlaceholderMapping.37MIOPlaceholderMapping-LIEBHERRMIOPlaceholderMapping.Chapter Divider | Yellow | 1 LineMIOPlaceholderMapping.12MIOPlaceholderMapping;LIEBHERRMIOPlaceholderMapping.Chapter Divider | Colour | 1 LineMIOPlaceholderMapping.38MIOPlaceholderMapping-LIEBHERRMIOPlaceholderMapping.Chapter Divider | Yellow | 1 LineMIOPlaceholderMapping.12"/>
</p:tagLst>
</file>

<file path=ppt/theme/theme1.xml><?xml version="1.0" encoding="utf-8"?>
<a:theme xmlns:a="http://schemas.openxmlformats.org/drawingml/2006/main" name="LIEBHERR">
  <a:themeElements>
    <a:clrScheme name="Liebherr">
      <a:dk1>
        <a:srgbClr val="000000"/>
      </a:dk1>
      <a:lt1>
        <a:srgbClr val="FFFFFF"/>
      </a:lt1>
      <a:dk2>
        <a:srgbClr val="003057"/>
      </a:dk2>
      <a:lt2>
        <a:srgbClr val="FFD000"/>
      </a:lt2>
      <a:accent1>
        <a:srgbClr val="E5E8ED"/>
      </a:accent1>
      <a:accent2>
        <a:srgbClr val="BDC4CA"/>
      </a:accent2>
      <a:accent3>
        <a:srgbClr val="888E94"/>
      </a:accent3>
      <a:accent4>
        <a:srgbClr val="6B7278"/>
      </a:accent4>
      <a:accent5>
        <a:srgbClr val="51585D"/>
      </a:accent5>
      <a:accent6>
        <a:srgbClr val="3A4046"/>
      </a:accent6>
      <a:hlink>
        <a:srgbClr val="3A4046"/>
      </a:hlink>
      <a:folHlink>
        <a:srgbClr val="3A4046"/>
      </a:folHlink>
    </a:clrScheme>
    <a:fontScheme name="Liebherr">
      <a:majorFont>
        <a:latin typeface="Liebherr Head Office"/>
        <a:ea typeface=""/>
        <a:cs typeface=""/>
      </a:majorFont>
      <a:minorFont>
        <a:latin typeface="Liebherr Text Offic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lIns="108000" tIns="108000" rIns="108000" bIns="108000" rtlCol="0" anchor="ctr"/>
      <a:lstStyle>
        <a:defPPr algn="ctr">
          <a:lnSpc>
            <a:spcPct val="120000"/>
          </a:lnSpc>
          <a:defRPr dirty="0" err="1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0" tIns="0" rIns="0" bIns="0" rtlCol="0">
        <a:noAutofit/>
      </a:bodyPr>
      <a:lstStyle>
        <a:defPPr marL="216000" indent="-216000" algn="l">
          <a:lnSpc>
            <a:spcPct val="120000"/>
          </a:lnSpc>
          <a:spcBef>
            <a:spcPts val="600"/>
          </a:spcBef>
          <a:buFont typeface="Arial" panose="020B0604020202020204" pitchFamily="34" charset="0"/>
          <a:buChar char="–"/>
          <a:defRPr dirty="0"/>
        </a:defPPr>
      </a:lstStyle>
    </a:txDef>
  </a:objectDefaults>
  <a:extraClrSchemeLst/>
  <a:custClrLst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Success">
      <a:srgbClr val="398713"/>
    </a:custClr>
    <a:custClr name="Success Light">
      <a:srgbClr val="58A649"/>
    </a:custClr>
    <a:custClr name="Warning Light">
      <a:srgbClr val="FF7070"/>
    </a:custClr>
    <a:custClr name="Warning">
      <a:srgbClr val="E52828"/>
    </a:custClr>
    <a:custClr name="Steel 10">
      <a:srgbClr val="F0F3F6"/>
    </a:custClr>
    <a:custClr name="Steel 20">
      <a:srgbClr val="E5E8ED"/>
    </a:custClr>
    <a:custClr name="Steel 30">
      <a:srgbClr val="D3D8DD"/>
    </a:custClr>
    <a:custClr name="Steel 40">
      <a:srgbClr val="BDC4CA"/>
    </a:custClr>
    <a:custClr name="Steel 50">
      <a:srgbClr val="9EA4AB"/>
    </a:custClr>
    <a:custClr name="Steel 60">
      <a:srgbClr val="888E94"/>
    </a:custClr>
    <a:custClr name="Steel 70">
      <a:srgbClr val="6B7278"/>
    </a:custClr>
    <a:custClr name="Steel 80">
      <a:srgbClr val="51585D"/>
    </a:custClr>
    <a:custClr name="Steel 90">
      <a:srgbClr val="3A4046"/>
    </a:custClr>
    <a:custClr name="Liebherr Black">
      <a:srgbClr val="1A1919"/>
    </a:custClr>
    <a:custClr name="Clay Light">
      <a:srgbClr val="F89939"/>
    </a:custClr>
    <a:custClr name="Slate Light">
      <a:srgbClr val="8BB2C2"/>
    </a:custClr>
    <a:custClr name="Terra Light">
      <a:srgbClr val="D1B795"/>
    </a:custClr>
    <a:custClr name="Leaf Light">
      <a:srgbClr val="5DBF90"/>
    </a:custClr>
    <a:custClr name="Ruby Light">
      <a:srgbClr val="F56E7C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Clay">
      <a:srgbClr val="EB6F24"/>
    </a:custClr>
    <a:custClr name="Slate">
      <a:srgbClr val="5789A4"/>
    </a:custClr>
    <a:custClr name="Terra">
      <a:srgbClr val="AA8D6D"/>
    </a:custClr>
    <a:custClr name="Leaf">
      <a:srgbClr val="2EA675"/>
    </a:custClr>
    <a:custClr name="Ruby">
      <a:srgbClr val="E34858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Clay Dark">
      <a:srgbClr val="AF542E"/>
    </a:custClr>
    <a:custClr name="Slate Dark">
      <a:srgbClr val="3B6579"/>
    </a:custClr>
    <a:custClr name="Terra Dark">
      <a:srgbClr val="846554"/>
    </a:custClr>
    <a:custClr name="Leaf Dark">
      <a:srgbClr val="33825E"/>
    </a:custClr>
    <a:custClr name="Ruby Dark">
      <a:srgbClr val="AD0B37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Default Theme" id="{1402CD89-63A4-49A6-BF34-239FE6755495}" vid="{C595D2DB-F76E-4E26-8DD8-4183A0EFEE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0</TotalTime>
  <Words>0</Words>
  <Application>Microsoft Office PowerPoint</Application>
  <PresentationFormat>Grand écran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5" baseType="lpstr">
      <vt:lpstr>Liebherr Head Office</vt:lpstr>
      <vt:lpstr>Ligconsolata</vt:lpstr>
      <vt:lpstr>Liebherr Text Office</vt:lpstr>
      <vt:lpstr>Arial</vt:lpstr>
      <vt:lpstr>LIEBHERR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Link Yann (COC)</dc:creator>
  <cp:lastModifiedBy>Link Yann (COC)</cp:lastModifiedBy>
  <cp:revision>29</cp:revision>
  <dcterms:created xsi:type="dcterms:W3CDTF">2026-07-06T14:01:25Z</dcterms:created>
  <dcterms:modified xsi:type="dcterms:W3CDTF">2026-08-14T12:59:56Z</dcterms:modified>
  <cp:category>for internal use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for internal use</vt:lpwstr>
  </property>
</Properties>
</file>